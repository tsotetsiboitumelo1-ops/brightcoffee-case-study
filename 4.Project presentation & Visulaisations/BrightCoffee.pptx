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820" r:id="rId5"/>
    <p:sldId id="821" r:id="rId6"/>
    <p:sldId id="834" r:id="rId7"/>
    <p:sldId id="835" r:id="rId8"/>
    <p:sldId id="836" r:id="rId9"/>
    <p:sldId id="824" r:id="rId10"/>
    <p:sldId id="825" r:id="rId11"/>
    <p:sldId id="838" r:id="rId12"/>
    <p:sldId id="827" r:id="rId13"/>
    <p:sldId id="837" r:id="rId14"/>
    <p:sldId id="832" r:id="rId15"/>
    <p:sldId id="83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2F08"/>
    <a:srgbClr val="E3CBBA"/>
    <a:srgbClr val="853F00"/>
    <a:srgbClr val="F7F7F7"/>
    <a:srgbClr val="E6E6E6"/>
    <a:srgbClr val="1C1E26"/>
    <a:srgbClr val="303342"/>
    <a:srgbClr val="485F74"/>
    <a:srgbClr val="354655"/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58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>
        <p:guide orient="horz" pos="4080"/>
        <p:guide pos="3840"/>
      </p:guideLst>
    </p:cSldViewPr>
  </p:slideViewPr>
  <p:outlineViewPr>
    <p:cViewPr>
      <p:scale>
        <a:sx n="75" d="100"/>
        <a:sy n="75" d="100"/>
      </p:scale>
      <p:origin x="0" y="-185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57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e Tsotetsi" userId="e66a9a0024d092c7" providerId="LiveId" clId="{9B9CD204-4C8D-4F89-A632-19A1386CF501}"/>
    <pc:docChg chg="undo redo custSel addSld delSld modSld">
      <pc:chgData name="Caroline Tsotetsi" userId="e66a9a0024d092c7" providerId="LiveId" clId="{9B9CD204-4C8D-4F89-A632-19A1386CF501}" dt="2026-09-29T20:05:52.366" v="798"/>
      <pc:docMkLst>
        <pc:docMk/>
      </pc:docMkLst>
      <pc:sldChg chg="addSp delSp modSp mod modTransition">
        <pc:chgData name="Caroline Tsotetsi" userId="e66a9a0024d092c7" providerId="LiveId" clId="{9B9CD204-4C8D-4F89-A632-19A1386CF501}" dt="2026-09-29T20:04:41.218" v="784"/>
        <pc:sldMkLst>
          <pc:docMk/>
          <pc:sldMk cId="3958848762" sldId="820"/>
        </pc:sldMkLst>
        <pc:spChg chg="mod">
          <ac:chgData name="Caroline Tsotetsi" userId="e66a9a0024d092c7" providerId="LiveId" clId="{9B9CD204-4C8D-4F89-A632-19A1386CF501}" dt="2026-09-26T10:54:30.980" v="71" actId="1076"/>
          <ac:spMkLst>
            <pc:docMk/>
            <pc:sldMk cId="3958848762" sldId="820"/>
            <ac:spMk id="14" creationId="{9B9E7D9B-9F62-FD23-417A-4C9F49361A96}"/>
          </ac:spMkLst>
        </pc:spChg>
        <pc:spChg chg="add del mod">
          <ac:chgData name="Caroline Tsotetsi" userId="e66a9a0024d092c7" providerId="LiveId" clId="{9B9CD204-4C8D-4F89-A632-19A1386CF501}" dt="2026-09-26T11:01:08.494" v="160" actId="1076"/>
          <ac:spMkLst>
            <pc:docMk/>
            <pc:sldMk cId="3958848762" sldId="820"/>
            <ac:spMk id="47" creationId="{35844AC7-E488-709F-E66B-3FB7077D25E8}"/>
          </ac:spMkLst>
        </pc:spChg>
        <pc:picChg chg="mod">
          <ac:chgData name="Caroline Tsotetsi" userId="e66a9a0024d092c7" providerId="LiveId" clId="{9B9CD204-4C8D-4F89-A632-19A1386CF501}" dt="2026-09-26T11:01:22.751" v="163"/>
          <ac:picMkLst>
            <pc:docMk/>
            <pc:sldMk cId="3958848762" sldId="820"/>
            <ac:picMk id="67" creationId="{B1DE02D0-D0E0-5DCE-FE1E-13D33FBBE430}"/>
          </ac:picMkLst>
        </pc:picChg>
      </pc:sldChg>
      <pc:sldChg chg="modSp mod modTransition">
        <pc:chgData name="Caroline Tsotetsi" userId="e66a9a0024d092c7" providerId="LiveId" clId="{9B9CD204-4C8D-4F89-A632-19A1386CF501}" dt="2026-09-29T20:04:45.042" v="785"/>
        <pc:sldMkLst>
          <pc:docMk/>
          <pc:sldMk cId="3075258501" sldId="821"/>
        </pc:sldMkLst>
        <pc:spChg chg="mod">
          <ac:chgData name="Caroline Tsotetsi" userId="e66a9a0024d092c7" providerId="LiveId" clId="{9B9CD204-4C8D-4F89-A632-19A1386CF501}" dt="2026-09-26T10:55:08.474" v="79" actId="20577"/>
          <ac:spMkLst>
            <pc:docMk/>
            <pc:sldMk cId="3075258501" sldId="821"/>
            <ac:spMk id="3" creationId="{CCAE35B9-E0B3-50E8-2F1B-73A4E3E2F71D}"/>
          </ac:spMkLst>
        </pc:spChg>
        <pc:spChg chg="mod">
          <ac:chgData name="Caroline Tsotetsi" userId="e66a9a0024d092c7" providerId="LiveId" clId="{9B9CD204-4C8D-4F89-A632-19A1386CF501}" dt="2026-09-26T10:55:25.045" v="96" actId="20577"/>
          <ac:spMkLst>
            <pc:docMk/>
            <pc:sldMk cId="3075258501" sldId="821"/>
            <ac:spMk id="5" creationId="{EDC502D2-3299-9E3D-BBCA-A672F7F15A74}"/>
          </ac:spMkLst>
        </pc:spChg>
        <pc:spChg chg="mod">
          <ac:chgData name="Caroline Tsotetsi" userId="e66a9a0024d092c7" providerId="LiveId" clId="{9B9CD204-4C8D-4F89-A632-19A1386CF501}" dt="2026-09-26T10:55:53.431" v="97"/>
          <ac:spMkLst>
            <pc:docMk/>
            <pc:sldMk cId="3075258501" sldId="821"/>
            <ac:spMk id="24" creationId="{93EAB8EC-D2F4-0861-F661-E81208B5C649}"/>
          </ac:spMkLst>
        </pc:spChg>
      </pc:sldChg>
      <pc:sldChg chg="modSp del mod">
        <pc:chgData name="Caroline Tsotetsi" userId="e66a9a0024d092c7" providerId="LiveId" clId="{9B9CD204-4C8D-4F89-A632-19A1386CF501}" dt="2026-09-29T19:26:53.799" v="442" actId="2696"/>
        <pc:sldMkLst>
          <pc:docMk/>
          <pc:sldMk cId="3703418498" sldId="822"/>
        </pc:sldMkLst>
      </pc:sldChg>
      <pc:sldChg chg="modSp del mod">
        <pc:chgData name="Caroline Tsotetsi" userId="e66a9a0024d092c7" providerId="LiveId" clId="{9B9CD204-4C8D-4F89-A632-19A1386CF501}" dt="2026-09-29T19:45:44.835" v="562" actId="2696"/>
        <pc:sldMkLst>
          <pc:docMk/>
          <pc:sldMk cId="1229439621" sldId="823"/>
        </pc:sldMkLst>
        <pc:graphicFrameChg chg="modGraphic">
          <ac:chgData name="Caroline Tsotetsi" userId="e66a9a0024d092c7" providerId="LiveId" clId="{9B9CD204-4C8D-4F89-A632-19A1386CF501}" dt="2026-09-29T19:38:44.867" v="509" actId="2161"/>
          <ac:graphicFrameMkLst>
            <pc:docMk/>
            <pc:sldMk cId="1229439621" sldId="823"/>
            <ac:graphicFrameMk id="15" creationId="{F325ADCD-FBE7-E88F-7F94-6E0FF4BA3812}"/>
          </ac:graphicFrameMkLst>
        </pc:graphicFrameChg>
      </pc:sldChg>
      <pc:sldChg chg="addSp delSp modSp mod modTransition">
        <pc:chgData name="Caroline Tsotetsi" userId="e66a9a0024d092c7" providerId="LiveId" clId="{9B9CD204-4C8D-4F89-A632-19A1386CF501}" dt="2026-09-29T20:05:23.110" v="792"/>
        <pc:sldMkLst>
          <pc:docMk/>
          <pc:sldMk cId="3061446601" sldId="824"/>
        </pc:sldMkLst>
        <pc:spChg chg="add del mod">
          <ac:chgData name="Caroline Tsotetsi" userId="e66a9a0024d092c7" providerId="LiveId" clId="{9B9CD204-4C8D-4F89-A632-19A1386CF501}" dt="2026-09-29T19:46:20.067" v="577" actId="478"/>
          <ac:spMkLst>
            <pc:docMk/>
            <pc:sldMk cId="3061446601" sldId="824"/>
            <ac:spMk id="4" creationId="{BD76DC92-68C1-E7BD-D6ED-CB462434A27D}"/>
          </ac:spMkLst>
        </pc:spChg>
        <pc:spChg chg="add del mod">
          <ac:chgData name="Caroline Tsotetsi" userId="e66a9a0024d092c7" providerId="LiveId" clId="{9B9CD204-4C8D-4F89-A632-19A1386CF501}" dt="2026-09-29T19:49:01.175" v="579" actId="931"/>
          <ac:spMkLst>
            <pc:docMk/>
            <pc:sldMk cId="3061446601" sldId="824"/>
            <ac:spMk id="6" creationId="{91867986-8FA7-07CD-A176-82284282517E}"/>
          </ac:spMkLst>
        </pc:spChg>
        <pc:spChg chg="del">
          <ac:chgData name="Caroline Tsotetsi" userId="e66a9a0024d092c7" providerId="LiveId" clId="{9B9CD204-4C8D-4F89-A632-19A1386CF501}" dt="2026-09-29T19:46:12.952" v="576" actId="478"/>
          <ac:spMkLst>
            <pc:docMk/>
            <pc:sldMk cId="3061446601" sldId="824"/>
            <ac:spMk id="11" creationId="{B2EAC5E0-04E9-5609-D2E2-C91FC15AF6C2}"/>
          </ac:spMkLst>
        </pc:spChg>
        <pc:spChg chg="add mod">
          <ac:chgData name="Caroline Tsotetsi" userId="e66a9a0024d092c7" providerId="LiveId" clId="{9B9CD204-4C8D-4F89-A632-19A1386CF501}" dt="2026-09-29T19:50:34.515" v="670" actId="20577"/>
          <ac:spMkLst>
            <pc:docMk/>
            <pc:sldMk cId="3061446601" sldId="824"/>
            <ac:spMk id="12" creationId="{1799584F-105D-3BCB-2CE3-8D5EBE012FEB}"/>
          </ac:spMkLst>
        </pc:spChg>
        <pc:spChg chg="mod">
          <ac:chgData name="Caroline Tsotetsi" userId="e66a9a0024d092c7" providerId="LiveId" clId="{9B9CD204-4C8D-4F89-A632-19A1386CF501}" dt="2026-09-29T19:46:07.045" v="575" actId="20577"/>
          <ac:spMkLst>
            <pc:docMk/>
            <pc:sldMk cId="3061446601" sldId="824"/>
            <ac:spMk id="34" creationId="{2D85589E-C1C1-E123-F64E-031C6667FE64}"/>
          </ac:spMkLst>
        </pc:spChg>
        <pc:picChg chg="add mod">
          <ac:chgData name="Caroline Tsotetsi" userId="e66a9a0024d092c7" providerId="LiveId" clId="{9B9CD204-4C8D-4F89-A632-19A1386CF501}" dt="2026-09-29T19:49:21.998" v="581" actId="207"/>
          <ac:picMkLst>
            <pc:docMk/>
            <pc:sldMk cId="3061446601" sldId="824"/>
            <ac:picMk id="8" creationId="{45C483AA-0A88-0E6C-A415-7F234D90E02E}"/>
          </ac:picMkLst>
        </pc:picChg>
        <pc:picChg chg="del">
          <ac:chgData name="Caroline Tsotetsi" userId="e66a9a0024d092c7" providerId="LiveId" clId="{9B9CD204-4C8D-4F89-A632-19A1386CF501}" dt="2026-09-29T19:46:22.792" v="578" actId="478"/>
          <ac:picMkLst>
            <pc:docMk/>
            <pc:sldMk cId="3061446601" sldId="824"/>
            <ac:picMk id="33" creationId="{A466735B-EDA0-DDBE-C53E-41C65600AEFC}"/>
          </ac:picMkLst>
        </pc:picChg>
      </pc:sldChg>
      <pc:sldChg chg="addSp delSp modSp mod modTransition">
        <pc:chgData name="Caroline Tsotetsi" userId="e66a9a0024d092c7" providerId="LiveId" clId="{9B9CD204-4C8D-4F89-A632-19A1386CF501}" dt="2026-09-29T20:05:35.617" v="793"/>
        <pc:sldMkLst>
          <pc:docMk/>
          <pc:sldMk cId="2534177998" sldId="825"/>
        </pc:sldMkLst>
        <pc:spChg chg="add del mod">
          <ac:chgData name="Caroline Tsotetsi" userId="e66a9a0024d092c7" providerId="LiveId" clId="{9B9CD204-4C8D-4F89-A632-19A1386CF501}" dt="2026-09-29T20:01:23.229" v="768" actId="931"/>
          <ac:spMkLst>
            <pc:docMk/>
            <pc:sldMk cId="2534177998" sldId="825"/>
            <ac:spMk id="4" creationId="{D27F6581-0245-EA5E-5E24-E721A750462F}"/>
          </ac:spMkLst>
        </pc:spChg>
        <pc:spChg chg="mod">
          <ac:chgData name="Caroline Tsotetsi" userId="e66a9a0024d092c7" providerId="LiveId" clId="{9B9CD204-4C8D-4F89-A632-19A1386CF501}" dt="2026-09-29T20:02:55.988" v="773" actId="20577"/>
          <ac:spMkLst>
            <pc:docMk/>
            <pc:sldMk cId="2534177998" sldId="825"/>
            <ac:spMk id="11" creationId="{96016A63-BEE3-F549-DAB9-1A45DE9215EF}"/>
          </ac:spMkLst>
        </pc:spChg>
        <pc:spChg chg="mod">
          <ac:chgData name="Caroline Tsotetsi" userId="e66a9a0024d092c7" providerId="LiveId" clId="{9B9CD204-4C8D-4F89-A632-19A1386CF501}" dt="2026-09-29T20:04:14.337" v="781"/>
          <ac:spMkLst>
            <pc:docMk/>
            <pc:sldMk cId="2534177998" sldId="825"/>
            <ac:spMk id="29" creationId="{7C9A84AC-E8E5-C32D-47BB-F8EDC699A300}"/>
          </ac:spMkLst>
        </pc:spChg>
        <pc:spChg chg="mod">
          <ac:chgData name="Caroline Tsotetsi" userId="e66a9a0024d092c7" providerId="LiveId" clId="{9B9CD204-4C8D-4F89-A632-19A1386CF501}" dt="2026-09-29T20:02:07.575" v="770" actId="20577"/>
          <ac:spMkLst>
            <pc:docMk/>
            <pc:sldMk cId="2534177998" sldId="825"/>
            <ac:spMk id="36" creationId="{AFCB2D14-EEDB-8903-0FF1-E4FB518C09E6}"/>
          </ac:spMkLst>
        </pc:spChg>
        <pc:spChg chg="mod">
          <ac:chgData name="Caroline Tsotetsi" userId="e66a9a0024d092c7" providerId="LiveId" clId="{9B9CD204-4C8D-4F89-A632-19A1386CF501}" dt="2026-09-29T20:00:13.457" v="766" actId="20577"/>
          <ac:spMkLst>
            <pc:docMk/>
            <pc:sldMk cId="2534177998" sldId="825"/>
            <ac:spMk id="66" creationId="{F7D55444-7D69-3A11-24C1-E11C181B50C5}"/>
          </ac:spMkLst>
        </pc:spChg>
        <pc:picChg chg="add mod">
          <ac:chgData name="Caroline Tsotetsi" userId="e66a9a0024d092c7" providerId="LiveId" clId="{9B9CD204-4C8D-4F89-A632-19A1386CF501}" dt="2026-09-29T20:01:23.229" v="768" actId="931"/>
          <ac:picMkLst>
            <pc:docMk/>
            <pc:sldMk cId="2534177998" sldId="825"/>
            <ac:picMk id="6" creationId="{0D7359EB-881B-F373-C5DD-4D04D556F21D}"/>
          </ac:picMkLst>
        </pc:picChg>
        <pc:picChg chg="del">
          <ac:chgData name="Caroline Tsotetsi" userId="e66a9a0024d092c7" providerId="LiveId" clId="{9B9CD204-4C8D-4F89-A632-19A1386CF501}" dt="2026-09-29T20:00:40.402" v="767" actId="478"/>
          <ac:picMkLst>
            <pc:docMk/>
            <pc:sldMk cId="2534177998" sldId="825"/>
            <ac:picMk id="135" creationId="{DB129361-F257-1B13-4A06-7A0BF2756270}"/>
          </ac:picMkLst>
        </pc:picChg>
      </pc:sldChg>
      <pc:sldChg chg="del">
        <pc:chgData name="Caroline Tsotetsi" userId="e66a9a0024d092c7" providerId="LiveId" clId="{9B9CD204-4C8D-4F89-A632-19A1386CF501}" dt="2026-09-29T19:53:06.056" v="672" actId="2696"/>
        <pc:sldMkLst>
          <pc:docMk/>
          <pc:sldMk cId="1982980292" sldId="826"/>
        </pc:sldMkLst>
      </pc:sldChg>
      <pc:sldChg chg="addSp delSp modSp mod modTransition delAnim">
        <pc:chgData name="Caroline Tsotetsi" userId="e66a9a0024d092c7" providerId="LiveId" clId="{9B9CD204-4C8D-4F89-A632-19A1386CF501}" dt="2026-09-29T20:05:43.766" v="795"/>
        <pc:sldMkLst>
          <pc:docMk/>
          <pc:sldMk cId="3414699122" sldId="827"/>
        </pc:sldMkLst>
        <pc:spChg chg="mod">
          <ac:chgData name="Caroline Tsotetsi" userId="e66a9a0024d092c7" providerId="LiveId" clId="{9B9CD204-4C8D-4F89-A632-19A1386CF501}" dt="2026-09-29T19:57:59.149" v="717"/>
          <ac:spMkLst>
            <pc:docMk/>
            <pc:sldMk cId="3414699122" sldId="827"/>
            <ac:spMk id="2" creationId="{98B7FB9C-0777-BDFD-24FB-D0CE5DB0FBF2}"/>
          </ac:spMkLst>
        </pc:spChg>
        <pc:spChg chg="add del mod">
          <ac:chgData name="Caroline Tsotetsi" userId="e66a9a0024d092c7" providerId="LiveId" clId="{9B9CD204-4C8D-4F89-A632-19A1386CF501}" dt="2026-09-29T19:55:32.556" v="687" actId="3680"/>
          <ac:spMkLst>
            <pc:docMk/>
            <pc:sldMk cId="3414699122" sldId="827"/>
            <ac:spMk id="5" creationId="{B0311BC4-F245-0D16-36E0-AD745B9C113D}"/>
          </ac:spMkLst>
        </pc:spChg>
        <pc:spChg chg="add del mod">
          <ac:chgData name="Caroline Tsotetsi" userId="e66a9a0024d092c7" providerId="LiveId" clId="{9B9CD204-4C8D-4F89-A632-19A1386CF501}" dt="2026-09-29T19:56:08.007" v="696"/>
          <ac:spMkLst>
            <pc:docMk/>
            <pc:sldMk cId="3414699122" sldId="827"/>
            <ac:spMk id="7" creationId="{35741C04-0461-9F81-1685-9DCAA062D89F}"/>
          </ac:spMkLst>
        </pc:spChg>
        <pc:spChg chg="add del mod">
          <ac:chgData name="Caroline Tsotetsi" userId="e66a9a0024d092c7" providerId="LiveId" clId="{9B9CD204-4C8D-4F89-A632-19A1386CF501}" dt="2026-09-29T19:56:21.652" v="701" actId="478"/>
          <ac:spMkLst>
            <pc:docMk/>
            <pc:sldMk cId="3414699122" sldId="827"/>
            <ac:spMk id="9" creationId="{952280DB-D94A-8EA9-B43C-6E464FC7AF8B}"/>
          </ac:spMkLst>
        </pc:spChg>
        <pc:spChg chg="add del mod">
          <ac:chgData name="Caroline Tsotetsi" userId="e66a9a0024d092c7" providerId="LiveId" clId="{9B9CD204-4C8D-4F89-A632-19A1386CF501}" dt="2026-09-29T19:56:23.964" v="703" actId="478"/>
          <ac:spMkLst>
            <pc:docMk/>
            <pc:sldMk cId="3414699122" sldId="827"/>
            <ac:spMk id="11" creationId="{EAF37228-0268-37B1-3AF5-071C11F8A6C4}"/>
          </ac:spMkLst>
        </pc:spChg>
        <pc:spChg chg="add del mod">
          <ac:chgData name="Caroline Tsotetsi" userId="e66a9a0024d092c7" providerId="LiveId" clId="{9B9CD204-4C8D-4F89-A632-19A1386CF501}" dt="2026-09-29T19:56:22.922" v="702" actId="478"/>
          <ac:spMkLst>
            <pc:docMk/>
            <pc:sldMk cId="3414699122" sldId="827"/>
            <ac:spMk id="13" creationId="{9071760E-A033-82DE-C011-F2B79DA2C2C2}"/>
          </ac:spMkLst>
        </pc:spChg>
        <pc:spChg chg="add del mod">
          <ac:chgData name="Caroline Tsotetsi" userId="e66a9a0024d092c7" providerId="LiveId" clId="{9B9CD204-4C8D-4F89-A632-19A1386CF501}" dt="2026-09-29T19:56:18.153" v="700" actId="478"/>
          <ac:spMkLst>
            <pc:docMk/>
            <pc:sldMk cId="3414699122" sldId="827"/>
            <ac:spMk id="15" creationId="{D2D36866-06DF-1365-A324-076ED235809F}"/>
          </ac:spMkLst>
        </pc:spChg>
        <pc:spChg chg="add del mod">
          <ac:chgData name="Caroline Tsotetsi" userId="e66a9a0024d092c7" providerId="LiveId" clId="{9B9CD204-4C8D-4F89-A632-19A1386CF501}" dt="2026-09-29T19:58:49.576" v="733" actId="478"/>
          <ac:spMkLst>
            <pc:docMk/>
            <pc:sldMk cId="3414699122" sldId="827"/>
            <ac:spMk id="17" creationId="{39A3A0DA-01BB-8F2D-D8A7-8EA310F71C8D}"/>
          </ac:spMkLst>
        </pc:spChg>
        <pc:spChg chg="add del mod">
          <ac:chgData name="Caroline Tsotetsi" userId="e66a9a0024d092c7" providerId="LiveId" clId="{9B9CD204-4C8D-4F89-A632-19A1386CF501}" dt="2026-09-29T19:58:50.826" v="734" actId="478"/>
          <ac:spMkLst>
            <pc:docMk/>
            <pc:sldMk cId="3414699122" sldId="827"/>
            <ac:spMk id="19" creationId="{5F57805A-D5D4-ABB1-7A01-0A1F5D181489}"/>
          </ac:spMkLst>
        </pc:spChg>
        <pc:spChg chg="add del mod">
          <ac:chgData name="Caroline Tsotetsi" userId="e66a9a0024d092c7" providerId="LiveId" clId="{9B9CD204-4C8D-4F89-A632-19A1386CF501}" dt="2026-09-29T19:58:51.557" v="735" actId="478"/>
          <ac:spMkLst>
            <pc:docMk/>
            <pc:sldMk cId="3414699122" sldId="827"/>
            <ac:spMk id="21" creationId="{0D9B6247-339B-25F0-FE03-F8D67C5932CA}"/>
          </ac:spMkLst>
        </pc:spChg>
        <pc:spChg chg="add del mod">
          <ac:chgData name="Caroline Tsotetsi" userId="e66a9a0024d092c7" providerId="LiveId" clId="{9B9CD204-4C8D-4F89-A632-19A1386CF501}" dt="2026-09-29T19:58:52.978" v="737" actId="478"/>
          <ac:spMkLst>
            <pc:docMk/>
            <pc:sldMk cId="3414699122" sldId="827"/>
            <ac:spMk id="23" creationId="{8860590D-0662-B508-CDC7-54D22D32279F}"/>
          </ac:spMkLst>
        </pc:spChg>
        <pc:spChg chg="add del mod">
          <ac:chgData name="Caroline Tsotetsi" userId="e66a9a0024d092c7" providerId="LiveId" clId="{9B9CD204-4C8D-4F89-A632-19A1386CF501}" dt="2026-09-29T19:58:52.358" v="736" actId="478"/>
          <ac:spMkLst>
            <pc:docMk/>
            <pc:sldMk cId="3414699122" sldId="827"/>
            <ac:spMk id="25" creationId="{BF8F231A-536A-4B20-EA16-F2C5002AF2BF}"/>
          </ac:spMkLst>
        </pc:spChg>
        <pc:spChg chg="add del mod">
          <ac:chgData name="Caroline Tsotetsi" userId="e66a9a0024d092c7" providerId="LiveId" clId="{9B9CD204-4C8D-4F89-A632-19A1386CF501}" dt="2026-09-29T19:58:53.674" v="738" actId="478"/>
          <ac:spMkLst>
            <pc:docMk/>
            <pc:sldMk cId="3414699122" sldId="827"/>
            <ac:spMk id="27" creationId="{9BB74712-471D-9DEE-A774-F43A6F55DAA3}"/>
          </ac:spMkLst>
        </pc:spChg>
        <pc:spChg chg="add del mod">
          <ac:chgData name="Caroline Tsotetsi" userId="e66a9a0024d092c7" providerId="LiveId" clId="{9B9CD204-4C8D-4F89-A632-19A1386CF501}" dt="2026-09-29T19:58:54.194" v="739" actId="478"/>
          <ac:spMkLst>
            <pc:docMk/>
            <pc:sldMk cId="3414699122" sldId="827"/>
            <ac:spMk id="29" creationId="{5496CA86-B081-6C37-C10D-8DE0F4AAEADE}"/>
          </ac:spMkLst>
        </pc:spChg>
        <pc:spChg chg="add del mod">
          <ac:chgData name="Caroline Tsotetsi" userId="e66a9a0024d092c7" providerId="LiveId" clId="{9B9CD204-4C8D-4F89-A632-19A1386CF501}" dt="2026-09-29T19:58:54.878" v="740" actId="478"/>
          <ac:spMkLst>
            <pc:docMk/>
            <pc:sldMk cId="3414699122" sldId="827"/>
            <ac:spMk id="31" creationId="{67857DA1-73F1-F056-470B-D9A28E9659E5}"/>
          </ac:spMkLst>
        </pc:spChg>
        <pc:spChg chg="add del mod">
          <ac:chgData name="Caroline Tsotetsi" userId="e66a9a0024d092c7" providerId="LiveId" clId="{9B9CD204-4C8D-4F89-A632-19A1386CF501}" dt="2026-09-29T19:58:55.475" v="741" actId="478"/>
          <ac:spMkLst>
            <pc:docMk/>
            <pc:sldMk cId="3414699122" sldId="827"/>
            <ac:spMk id="33" creationId="{9505384D-6F65-B6BE-BE7B-45CEF82B22B2}"/>
          </ac:spMkLst>
        </pc:spChg>
        <pc:spChg chg="mod">
          <ac:chgData name="Caroline Tsotetsi" userId="e66a9a0024d092c7" providerId="LiveId" clId="{9B9CD204-4C8D-4F89-A632-19A1386CF501}" dt="2026-09-29T19:56:37.787" v="716" actId="20577"/>
          <ac:spMkLst>
            <pc:docMk/>
            <pc:sldMk cId="3414699122" sldId="827"/>
            <ac:spMk id="263" creationId="{99FDF614-4499-2EB5-1B98-562A6F90AEC0}"/>
          </ac:spMkLst>
        </pc:spChg>
        <pc:graphicFrameChg chg="del">
          <ac:chgData name="Caroline Tsotetsi" userId="e66a9a0024d092c7" providerId="LiveId" clId="{9B9CD204-4C8D-4F89-A632-19A1386CF501}" dt="2026-09-29T19:55:17.025" v="686" actId="478"/>
          <ac:graphicFrameMkLst>
            <pc:docMk/>
            <pc:sldMk cId="3414699122" sldId="827"/>
            <ac:graphicFrameMk id="4" creationId="{973D8F23-A536-3EBD-BE79-33043FA442A1}"/>
          </ac:graphicFrameMkLst>
        </pc:graphicFrameChg>
        <pc:graphicFrameChg chg="add mod ord modGraphic">
          <ac:chgData name="Caroline Tsotetsi" userId="e66a9a0024d092c7" providerId="LiveId" clId="{9B9CD204-4C8D-4F89-A632-19A1386CF501}" dt="2026-09-29T19:58:34.633" v="723" actId="2165"/>
          <ac:graphicFrameMkLst>
            <pc:docMk/>
            <pc:sldMk cId="3414699122" sldId="827"/>
            <ac:graphicFrameMk id="6" creationId="{B024515C-15D7-1EFA-3C67-4639CD92FE11}"/>
          </ac:graphicFrameMkLst>
        </pc:graphicFrameChg>
        <pc:picChg chg="del">
          <ac:chgData name="Caroline Tsotetsi" userId="e66a9a0024d092c7" providerId="LiveId" clId="{9B9CD204-4C8D-4F89-A632-19A1386CF501}" dt="2026-09-29T19:58:47.164" v="732" actId="478"/>
          <ac:picMkLst>
            <pc:docMk/>
            <pc:sldMk cId="3414699122" sldId="827"/>
            <ac:picMk id="223" creationId="{99D482CF-620D-FEBB-BAE6-83C60A2FC694}"/>
          </ac:picMkLst>
        </pc:picChg>
        <pc:picChg chg="del">
          <ac:chgData name="Caroline Tsotetsi" userId="e66a9a0024d092c7" providerId="LiveId" clId="{9B9CD204-4C8D-4F89-A632-19A1386CF501}" dt="2026-09-29T19:58:46.576" v="731" actId="478"/>
          <ac:picMkLst>
            <pc:docMk/>
            <pc:sldMk cId="3414699122" sldId="827"/>
            <ac:picMk id="224" creationId="{ACCB907D-1BA6-5809-B361-1D8303E4464F}"/>
          </ac:picMkLst>
        </pc:picChg>
        <pc:picChg chg="del">
          <ac:chgData name="Caroline Tsotetsi" userId="e66a9a0024d092c7" providerId="LiveId" clId="{9B9CD204-4C8D-4F89-A632-19A1386CF501}" dt="2026-09-29T19:58:45.885" v="730" actId="478"/>
          <ac:picMkLst>
            <pc:docMk/>
            <pc:sldMk cId="3414699122" sldId="827"/>
            <ac:picMk id="225" creationId="{9EA8E69B-472D-1766-9250-786F5271F92A}"/>
          </ac:picMkLst>
        </pc:picChg>
        <pc:picChg chg="del">
          <ac:chgData name="Caroline Tsotetsi" userId="e66a9a0024d092c7" providerId="LiveId" clId="{9B9CD204-4C8D-4F89-A632-19A1386CF501}" dt="2026-09-29T19:58:45.301" v="729" actId="478"/>
          <ac:picMkLst>
            <pc:docMk/>
            <pc:sldMk cId="3414699122" sldId="827"/>
            <ac:picMk id="226" creationId="{EBCC21F1-C7E0-EB1B-BC1F-B8FF3973A5DD}"/>
          </ac:picMkLst>
        </pc:picChg>
        <pc:picChg chg="del">
          <ac:chgData name="Caroline Tsotetsi" userId="e66a9a0024d092c7" providerId="LiveId" clId="{9B9CD204-4C8D-4F89-A632-19A1386CF501}" dt="2026-09-29T19:58:43.714" v="727" actId="478"/>
          <ac:picMkLst>
            <pc:docMk/>
            <pc:sldMk cId="3414699122" sldId="827"/>
            <ac:picMk id="227" creationId="{99A8BFD8-A759-34FC-3F63-9268B46CECFE}"/>
          </ac:picMkLst>
        </pc:picChg>
        <pc:picChg chg="del">
          <ac:chgData name="Caroline Tsotetsi" userId="e66a9a0024d092c7" providerId="LiveId" clId="{9B9CD204-4C8D-4F89-A632-19A1386CF501}" dt="2026-09-29T19:58:44.516" v="728" actId="478"/>
          <ac:picMkLst>
            <pc:docMk/>
            <pc:sldMk cId="3414699122" sldId="827"/>
            <ac:picMk id="228" creationId="{A567DB56-32BB-88F2-80ED-3CA78953C00A}"/>
          </ac:picMkLst>
        </pc:picChg>
        <pc:picChg chg="del">
          <ac:chgData name="Caroline Tsotetsi" userId="e66a9a0024d092c7" providerId="LiveId" clId="{9B9CD204-4C8D-4F89-A632-19A1386CF501}" dt="2026-09-29T19:58:42.358" v="726" actId="478"/>
          <ac:picMkLst>
            <pc:docMk/>
            <pc:sldMk cId="3414699122" sldId="827"/>
            <ac:picMk id="229" creationId="{6732D0C0-987F-1D5D-4D95-F2C7C082AAEB}"/>
          </ac:picMkLst>
        </pc:picChg>
        <pc:picChg chg="del">
          <ac:chgData name="Caroline Tsotetsi" userId="e66a9a0024d092c7" providerId="LiveId" clId="{9B9CD204-4C8D-4F89-A632-19A1386CF501}" dt="2026-09-29T19:58:41.454" v="725" actId="478"/>
          <ac:picMkLst>
            <pc:docMk/>
            <pc:sldMk cId="3414699122" sldId="827"/>
            <ac:picMk id="230" creationId="{038C2397-BF56-464A-09DD-CA1C53AD078D}"/>
          </ac:picMkLst>
        </pc:picChg>
        <pc:picChg chg="del">
          <ac:chgData name="Caroline Tsotetsi" userId="e66a9a0024d092c7" providerId="LiveId" clId="{9B9CD204-4C8D-4F89-A632-19A1386CF501}" dt="2026-09-29T19:58:38.119" v="724" actId="478"/>
          <ac:picMkLst>
            <pc:docMk/>
            <pc:sldMk cId="3414699122" sldId="827"/>
            <ac:picMk id="231" creationId="{7EE035CF-6258-3D78-940A-F8497D9FBDD7}"/>
          </ac:picMkLst>
        </pc:picChg>
        <pc:picChg chg="del">
          <ac:chgData name="Caroline Tsotetsi" userId="e66a9a0024d092c7" providerId="LiveId" clId="{9B9CD204-4C8D-4F89-A632-19A1386CF501}" dt="2026-09-29T19:56:12.987" v="699" actId="478"/>
          <ac:picMkLst>
            <pc:docMk/>
            <pc:sldMk cId="3414699122" sldId="827"/>
            <ac:picMk id="232" creationId="{5418C078-D0A7-7D93-979F-0FC20C764E6A}"/>
          </ac:picMkLst>
        </pc:picChg>
        <pc:picChg chg="del">
          <ac:chgData name="Caroline Tsotetsi" userId="e66a9a0024d092c7" providerId="LiveId" clId="{9B9CD204-4C8D-4F89-A632-19A1386CF501}" dt="2026-09-29T19:56:08.007" v="694" actId="478"/>
          <ac:picMkLst>
            <pc:docMk/>
            <pc:sldMk cId="3414699122" sldId="827"/>
            <ac:picMk id="233" creationId="{1FD1B28C-A9DF-2C1A-E3F4-AAD6DFE2B4B8}"/>
          </ac:picMkLst>
        </pc:picChg>
        <pc:picChg chg="del">
          <ac:chgData name="Caroline Tsotetsi" userId="e66a9a0024d092c7" providerId="LiveId" clId="{9B9CD204-4C8D-4F89-A632-19A1386CF501}" dt="2026-09-29T19:56:10.767" v="697" actId="478"/>
          <ac:picMkLst>
            <pc:docMk/>
            <pc:sldMk cId="3414699122" sldId="827"/>
            <ac:picMk id="234" creationId="{51182B71-A0DD-8AEB-EB3C-97E7A880B209}"/>
          </ac:picMkLst>
        </pc:picChg>
        <pc:picChg chg="del">
          <ac:chgData name="Caroline Tsotetsi" userId="e66a9a0024d092c7" providerId="LiveId" clId="{9B9CD204-4C8D-4F89-A632-19A1386CF501}" dt="2026-09-29T19:56:11.619" v="698" actId="478"/>
          <ac:picMkLst>
            <pc:docMk/>
            <pc:sldMk cId="3414699122" sldId="827"/>
            <ac:picMk id="235" creationId="{D777AB48-D56B-4D9D-7246-CFD6B218E0F0}"/>
          </ac:picMkLst>
        </pc:picChg>
      </pc:sldChg>
      <pc:sldChg chg="del">
        <pc:chgData name="Caroline Tsotetsi" userId="e66a9a0024d092c7" providerId="LiveId" clId="{9B9CD204-4C8D-4F89-A632-19A1386CF501}" dt="2026-09-29T19:59:28.395" v="743" actId="2696"/>
        <pc:sldMkLst>
          <pc:docMk/>
          <pc:sldMk cId="1278410908" sldId="829"/>
        </pc:sldMkLst>
      </pc:sldChg>
      <pc:sldChg chg="del">
        <pc:chgData name="Caroline Tsotetsi" userId="e66a9a0024d092c7" providerId="LiveId" clId="{9B9CD204-4C8D-4F89-A632-19A1386CF501}" dt="2026-09-29T19:59:25.550" v="742" actId="2696"/>
        <pc:sldMkLst>
          <pc:docMk/>
          <pc:sldMk cId="3932990888" sldId="831"/>
        </pc:sldMkLst>
      </pc:sldChg>
      <pc:sldChg chg="addSp delSp modSp mod modTransition">
        <pc:chgData name="Caroline Tsotetsi" userId="e66a9a0024d092c7" providerId="LiveId" clId="{9B9CD204-4C8D-4F89-A632-19A1386CF501}" dt="2026-09-29T20:05:49.387" v="797"/>
        <pc:sldMkLst>
          <pc:docMk/>
          <pc:sldMk cId="2375683534" sldId="832"/>
        </pc:sldMkLst>
        <pc:spChg chg="add del mod">
          <ac:chgData name="Caroline Tsotetsi" userId="e66a9a0024d092c7" providerId="LiveId" clId="{9B9CD204-4C8D-4F89-A632-19A1386CF501}" dt="2026-09-29T19:20:37.930" v="350"/>
          <ac:spMkLst>
            <pc:docMk/>
            <pc:sldMk cId="2375683534" sldId="832"/>
            <ac:spMk id="2" creationId="{0BA1E999-1E8F-B2E8-8199-C458BCB75232}"/>
          </ac:spMkLst>
        </pc:spChg>
        <pc:spChg chg="mod">
          <ac:chgData name="Caroline Tsotetsi" userId="e66a9a0024d092c7" providerId="LiveId" clId="{9B9CD204-4C8D-4F89-A632-19A1386CF501}" dt="2026-09-29T19:17:59.936" v="338"/>
          <ac:spMkLst>
            <pc:docMk/>
            <pc:sldMk cId="2375683534" sldId="832"/>
            <ac:spMk id="3" creationId="{F11717D3-45FB-3FDC-814D-A973FB07E4C4}"/>
          </ac:spMkLst>
        </pc:spChg>
        <pc:spChg chg="mod">
          <ac:chgData name="Caroline Tsotetsi" userId="e66a9a0024d092c7" providerId="LiveId" clId="{9B9CD204-4C8D-4F89-A632-19A1386CF501}" dt="2026-09-29T19:21:13.362" v="357" actId="1076"/>
          <ac:spMkLst>
            <pc:docMk/>
            <pc:sldMk cId="2375683534" sldId="832"/>
            <ac:spMk id="4" creationId="{CB0BEF13-579A-BF62-19B4-1C51DB8BD483}"/>
          </ac:spMkLst>
        </pc:spChg>
        <pc:spChg chg="mod">
          <ac:chgData name="Caroline Tsotetsi" userId="e66a9a0024d092c7" providerId="LiveId" clId="{9B9CD204-4C8D-4F89-A632-19A1386CF501}" dt="2026-09-29T19:19:04.314" v="341"/>
          <ac:spMkLst>
            <pc:docMk/>
            <pc:sldMk cId="2375683534" sldId="832"/>
            <ac:spMk id="5" creationId="{BD7A9880-2FF6-6ECE-2B65-F8BD7A9D3E3A}"/>
          </ac:spMkLst>
        </pc:spChg>
        <pc:spChg chg="mod">
          <ac:chgData name="Caroline Tsotetsi" userId="e66a9a0024d092c7" providerId="LiveId" clId="{9B9CD204-4C8D-4F89-A632-19A1386CF501}" dt="2026-09-29T19:20:00.947" v="345"/>
          <ac:spMkLst>
            <pc:docMk/>
            <pc:sldMk cId="2375683534" sldId="832"/>
            <ac:spMk id="6" creationId="{08BE6F9F-8660-718D-3741-A7AD1CD6E618}"/>
          </ac:spMkLst>
        </pc:spChg>
        <pc:spChg chg="mod">
          <ac:chgData name="Caroline Tsotetsi" userId="e66a9a0024d092c7" providerId="LiveId" clId="{9B9CD204-4C8D-4F89-A632-19A1386CF501}" dt="2026-09-29T19:21:09.644" v="356" actId="1076"/>
          <ac:spMkLst>
            <pc:docMk/>
            <pc:sldMk cId="2375683534" sldId="832"/>
            <ac:spMk id="7" creationId="{C4FCC0D4-610E-06C3-A2E3-45EC78B1168F}"/>
          </ac:spMkLst>
        </pc:spChg>
        <pc:spChg chg="add mod">
          <ac:chgData name="Caroline Tsotetsi" userId="e66a9a0024d092c7" providerId="LiveId" clId="{9B9CD204-4C8D-4F89-A632-19A1386CF501}" dt="2026-09-29T19:22:11.446" v="361" actId="108"/>
          <ac:spMkLst>
            <pc:docMk/>
            <pc:sldMk cId="2375683534" sldId="832"/>
            <ac:spMk id="8" creationId="{F29D68A5-EC17-9665-9FF6-350D8F1FD871}"/>
          </ac:spMkLst>
        </pc:spChg>
        <pc:spChg chg="mod">
          <ac:chgData name="Caroline Tsotetsi" userId="e66a9a0024d092c7" providerId="LiveId" clId="{9B9CD204-4C8D-4F89-A632-19A1386CF501}" dt="2026-09-29T19:19:42.158" v="344" actId="113"/>
          <ac:spMkLst>
            <pc:docMk/>
            <pc:sldMk cId="2375683534" sldId="832"/>
            <ac:spMk id="16" creationId="{86EE153A-0231-319B-8687-B29B7EFAA4F6}"/>
          </ac:spMkLst>
        </pc:spChg>
        <pc:spChg chg="mod">
          <ac:chgData name="Caroline Tsotetsi" userId="e66a9a0024d092c7" providerId="LiveId" clId="{9B9CD204-4C8D-4F89-A632-19A1386CF501}" dt="2026-09-29T19:20:15.008" v="346"/>
          <ac:spMkLst>
            <pc:docMk/>
            <pc:sldMk cId="2375683534" sldId="832"/>
            <ac:spMk id="17" creationId="{0BFFEA6F-FBF5-0C7A-39B7-954D2693D818}"/>
          </ac:spMkLst>
        </pc:spChg>
      </pc:sldChg>
      <pc:sldChg chg="addSp delSp modSp mod modTransition">
        <pc:chgData name="Caroline Tsotetsi" userId="e66a9a0024d092c7" providerId="LiveId" clId="{9B9CD204-4C8D-4F89-A632-19A1386CF501}" dt="2026-09-29T20:05:52.366" v="798"/>
        <pc:sldMkLst>
          <pc:docMk/>
          <pc:sldMk cId="1181920779" sldId="833"/>
        </pc:sldMkLst>
        <pc:spChg chg="mod">
          <ac:chgData name="Caroline Tsotetsi" userId="e66a9a0024d092c7" providerId="LiveId" clId="{9B9CD204-4C8D-4F89-A632-19A1386CF501}" dt="2026-09-29T19:22:34.446" v="362" actId="20577"/>
          <ac:spMkLst>
            <pc:docMk/>
            <pc:sldMk cId="1181920779" sldId="833"/>
            <ac:spMk id="6" creationId="{D733A49E-B51D-1395-EC68-B125A03571C4}"/>
          </ac:spMkLst>
        </pc:spChg>
        <pc:picChg chg="add mod">
          <ac:chgData name="Caroline Tsotetsi" userId="e66a9a0024d092c7" providerId="LiveId" clId="{9B9CD204-4C8D-4F89-A632-19A1386CF501}" dt="2026-09-26T11:08:24.571" v="289" actId="1076"/>
          <ac:picMkLst>
            <pc:docMk/>
            <pc:sldMk cId="1181920779" sldId="833"/>
            <ac:picMk id="4" creationId="{3B575A62-2EB7-0150-AB25-A003F1CE7781}"/>
          </ac:picMkLst>
        </pc:picChg>
        <pc:picChg chg="mod">
          <ac:chgData name="Caroline Tsotetsi" userId="e66a9a0024d092c7" providerId="LiveId" clId="{9B9CD204-4C8D-4F89-A632-19A1386CF501}" dt="2026-09-26T11:08:08.606" v="286" actId="1076"/>
          <ac:picMkLst>
            <pc:docMk/>
            <pc:sldMk cId="1181920779" sldId="833"/>
            <ac:picMk id="20" creationId="{AB5FDD94-2E49-4EA4-09F4-9C0C9A6F6195}"/>
          </ac:picMkLst>
        </pc:picChg>
      </pc:sldChg>
      <pc:sldChg chg="addSp delSp modSp new mod modTransition">
        <pc:chgData name="Caroline Tsotetsi" userId="e66a9a0024d092c7" providerId="LiveId" clId="{9B9CD204-4C8D-4F89-A632-19A1386CF501}" dt="2026-09-29T20:05:01.468" v="790"/>
        <pc:sldMkLst>
          <pc:docMk/>
          <pc:sldMk cId="1995199635" sldId="834"/>
        </pc:sldMkLst>
        <pc:spChg chg="mod">
          <ac:chgData name="Caroline Tsotetsi" userId="e66a9a0024d092c7" providerId="LiveId" clId="{9B9CD204-4C8D-4F89-A632-19A1386CF501}" dt="2026-09-29T19:24:34.477" v="422" actId="27636"/>
          <ac:spMkLst>
            <pc:docMk/>
            <pc:sldMk cId="1995199635" sldId="834"/>
            <ac:spMk id="2" creationId="{58D5E0AB-2454-E8A7-506A-AC2CC526C84B}"/>
          </ac:spMkLst>
        </pc:spChg>
        <pc:spChg chg="del">
          <ac:chgData name="Caroline Tsotetsi" userId="e66a9a0024d092c7" providerId="LiveId" clId="{9B9CD204-4C8D-4F89-A632-19A1386CF501}" dt="2026-09-29T19:25:10.154" v="426" actId="478"/>
          <ac:spMkLst>
            <pc:docMk/>
            <pc:sldMk cId="1995199635" sldId="834"/>
            <ac:spMk id="3" creationId="{16F16A80-1391-10D0-E1E4-0B5E453EA021}"/>
          </ac:spMkLst>
        </pc:spChg>
        <pc:spChg chg="mod">
          <ac:chgData name="Caroline Tsotetsi" userId="e66a9a0024d092c7" providerId="LiveId" clId="{9B9CD204-4C8D-4F89-A632-19A1386CF501}" dt="2026-09-29T19:25:55.924" v="441" actId="14100"/>
          <ac:spMkLst>
            <pc:docMk/>
            <pc:sldMk cId="1995199635" sldId="834"/>
            <ac:spMk id="4" creationId="{68FEC599-D008-52D5-FB7F-F72D273A4090}"/>
          </ac:spMkLst>
        </pc:spChg>
        <pc:spChg chg="del">
          <ac:chgData name="Caroline Tsotetsi" userId="e66a9a0024d092c7" providerId="LiveId" clId="{9B9CD204-4C8D-4F89-A632-19A1386CF501}" dt="2026-09-29T19:25:11.119" v="427" actId="478"/>
          <ac:spMkLst>
            <pc:docMk/>
            <pc:sldMk cId="1995199635" sldId="834"/>
            <ac:spMk id="5" creationId="{AD895B69-5B9D-C474-3542-0F4754DC3166}"/>
          </ac:spMkLst>
        </pc:spChg>
        <pc:spChg chg="del mod">
          <ac:chgData name="Caroline Tsotetsi" userId="e66a9a0024d092c7" providerId="LiveId" clId="{9B9CD204-4C8D-4F89-A632-19A1386CF501}" dt="2026-09-29T19:25:20.346" v="429" actId="478"/>
          <ac:spMkLst>
            <pc:docMk/>
            <pc:sldMk cId="1995199635" sldId="834"/>
            <ac:spMk id="6" creationId="{821FF811-58D7-97E8-0F8E-76B833A2FA34}"/>
          </ac:spMkLst>
        </pc:spChg>
        <pc:spChg chg="del">
          <ac:chgData name="Caroline Tsotetsi" userId="e66a9a0024d092c7" providerId="LiveId" clId="{9B9CD204-4C8D-4F89-A632-19A1386CF501}" dt="2026-09-29T19:25:11.927" v="428" actId="478"/>
          <ac:spMkLst>
            <pc:docMk/>
            <pc:sldMk cId="1995199635" sldId="834"/>
            <ac:spMk id="7" creationId="{0747620C-1318-E17A-787F-2CB31693324D}"/>
          </ac:spMkLst>
        </pc:spChg>
        <pc:spChg chg="del mod">
          <ac:chgData name="Caroline Tsotetsi" userId="e66a9a0024d092c7" providerId="LiveId" clId="{9B9CD204-4C8D-4F89-A632-19A1386CF501}" dt="2026-09-29T19:25:24.738" v="431" actId="478"/>
          <ac:spMkLst>
            <pc:docMk/>
            <pc:sldMk cId="1995199635" sldId="834"/>
            <ac:spMk id="8" creationId="{DCFD0658-4F57-6019-EAE9-D3DA95F80F84}"/>
          </ac:spMkLst>
        </pc:spChg>
        <pc:spChg chg="del">
          <ac:chgData name="Caroline Tsotetsi" userId="e66a9a0024d092c7" providerId="LiveId" clId="{9B9CD204-4C8D-4F89-A632-19A1386CF501}" dt="2026-09-29T19:23:24.343" v="364" actId="931"/>
          <ac:spMkLst>
            <pc:docMk/>
            <pc:sldMk cId="1995199635" sldId="834"/>
            <ac:spMk id="9" creationId="{87E144BB-131C-CBE2-F735-E58FCFA6D24D}"/>
          </ac:spMkLst>
        </pc:spChg>
        <pc:spChg chg="add del mod">
          <ac:chgData name="Caroline Tsotetsi" userId="e66a9a0024d092c7" providerId="LiveId" clId="{9B9CD204-4C8D-4F89-A632-19A1386CF501}" dt="2026-09-29T19:25:30.770" v="433" actId="478"/>
          <ac:spMkLst>
            <pc:docMk/>
            <pc:sldMk cId="1995199635" sldId="834"/>
            <ac:spMk id="13" creationId="{3FBF1B86-1B55-3143-E623-C018CF5B278A}"/>
          </ac:spMkLst>
        </pc:spChg>
        <pc:spChg chg="add del mod">
          <ac:chgData name="Caroline Tsotetsi" userId="e66a9a0024d092c7" providerId="LiveId" clId="{9B9CD204-4C8D-4F89-A632-19A1386CF501}" dt="2026-09-29T19:25:28.736" v="432" actId="478"/>
          <ac:spMkLst>
            <pc:docMk/>
            <pc:sldMk cId="1995199635" sldId="834"/>
            <ac:spMk id="15" creationId="{2CA8B579-A9AE-B476-ADCA-0C6A559C302A}"/>
          </ac:spMkLst>
        </pc:spChg>
        <pc:picChg chg="add mod">
          <ac:chgData name="Caroline Tsotetsi" userId="e66a9a0024d092c7" providerId="LiveId" clId="{9B9CD204-4C8D-4F89-A632-19A1386CF501}" dt="2026-09-29T19:23:24.343" v="364" actId="931"/>
          <ac:picMkLst>
            <pc:docMk/>
            <pc:sldMk cId="1995199635" sldId="834"/>
            <ac:picMk id="11" creationId="{3A0F0E02-9E1F-BBB7-979E-9D1CA86E2198}"/>
          </ac:picMkLst>
        </pc:picChg>
      </pc:sldChg>
      <pc:sldChg chg="addSp delSp modSp new mod modTransition modClrScheme chgLayout">
        <pc:chgData name="Caroline Tsotetsi" userId="e66a9a0024d092c7" providerId="LiveId" clId="{9B9CD204-4C8D-4F89-A632-19A1386CF501}" dt="2026-09-29T20:04:57.740" v="789"/>
        <pc:sldMkLst>
          <pc:docMk/>
          <pc:sldMk cId="2336788460" sldId="835"/>
        </pc:sldMkLst>
        <pc:spChg chg="del mod ord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2" creationId="{768CAEAD-A43C-6DBF-8AA5-C629E530AD16}"/>
          </ac:spMkLst>
        </pc:spChg>
        <pc:spChg chg="del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4" creationId="{41D6BF28-1EA3-D5ED-7C98-16C7C8287708}"/>
          </ac:spMkLst>
        </pc:spChg>
        <pc:spChg chg="del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5" creationId="{73D44BA1-F92A-DFB1-EC37-C3AA67680A89}"/>
          </ac:spMkLst>
        </pc:spChg>
        <pc:spChg chg="del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6" creationId="{9A0645A2-9B41-400B-9579-F94834B57070}"/>
          </ac:spMkLst>
        </pc:spChg>
        <pc:spChg chg="del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7" creationId="{545B9CED-F4D2-F4E4-5ABB-FA2E49BE2A1B}"/>
          </ac:spMkLst>
        </pc:spChg>
        <pc:spChg chg="del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8" creationId="{80ED16AB-0267-BC16-7694-C558695C00D7}"/>
          </ac:spMkLst>
        </pc:spChg>
        <pc:spChg chg="del mod ord">
          <ac:chgData name="Caroline Tsotetsi" userId="e66a9a0024d092c7" providerId="LiveId" clId="{9B9CD204-4C8D-4F89-A632-19A1386CF501}" dt="2026-09-29T19:27:20.177" v="444" actId="700"/>
          <ac:spMkLst>
            <pc:docMk/>
            <pc:sldMk cId="2336788460" sldId="835"/>
            <ac:spMk id="9" creationId="{C53B2E9E-EE96-F6B3-740F-091490AF4190}"/>
          </ac:spMkLst>
        </pc:spChg>
        <pc:spChg chg="add mod ord">
          <ac:chgData name="Caroline Tsotetsi" userId="e66a9a0024d092c7" providerId="LiveId" clId="{9B9CD204-4C8D-4F89-A632-19A1386CF501}" dt="2026-09-29T19:29:19.547" v="456"/>
          <ac:spMkLst>
            <pc:docMk/>
            <pc:sldMk cId="2336788460" sldId="835"/>
            <ac:spMk id="10" creationId="{5DFC9397-60A1-F45D-94F1-4B21C18FFF61}"/>
          </ac:spMkLst>
        </pc:spChg>
        <pc:spChg chg="add del mod ord">
          <ac:chgData name="Caroline Tsotetsi" userId="e66a9a0024d092c7" providerId="LiveId" clId="{9B9CD204-4C8D-4F89-A632-19A1386CF501}" dt="2026-09-29T19:27:25.466" v="445" actId="478"/>
          <ac:spMkLst>
            <pc:docMk/>
            <pc:sldMk cId="2336788460" sldId="835"/>
            <ac:spMk id="11" creationId="{F54DF767-2C3D-248E-7BC6-0512F6265C56}"/>
          </ac:spMkLst>
        </pc:spChg>
        <pc:spChg chg="add del mod ord">
          <ac:chgData name="Caroline Tsotetsi" userId="e66a9a0024d092c7" providerId="LiveId" clId="{9B9CD204-4C8D-4F89-A632-19A1386CF501}" dt="2026-09-29T19:28:05.841" v="448" actId="3680"/>
          <ac:spMkLst>
            <pc:docMk/>
            <pc:sldMk cId="2336788460" sldId="835"/>
            <ac:spMk id="12" creationId="{5C41BC46-FEB7-035C-5ACB-D2125DEF35D2}"/>
          </ac:spMkLst>
        </pc:spChg>
        <pc:graphicFrameChg chg="add del mod ord modGraphic">
          <ac:chgData name="Caroline Tsotetsi" userId="e66a9a0024d092c7" providerId="LiveId" clId="{9B9CD204-4C8D-4F89-A632-19A1386CF501}" dt="2026-09-29T19:28:59.381" v="455" actId="2165"/>
          <ac:graphicFrameMkLst>
            <pc:docMk/>
            <pc:sldMk cId="2336788460" sldId="835"/>
            <ac:graphicFrameMk id="13" creationId="{3BF33D8E-5898-CA99-472C-DEE25B6DF9A4}"/>
          </ac:graphicFrameMkLst>
        </pc:graphicFrameChg>
      </pc:sldChg>
      <pc:sldChg chg="addSp delSp modSp new mod modTransition">
        <pc:chgData name="Caroline Tsotetsi" userId="e66a9a0024d092c7" providerId="LiveId" clId="{9B9CD204-4C8D-4F89-A632-19A1386CF501}" dt="2026-09-29T20:05:06.746" v="791"/>
        <pc:sldMkLst>
          <pc:docMk/>
          <pc:sldMk cId="2986409174" sldId="836"/>
        </pc:sldMkLst>
        <pc:spChg chg="mod">
          <ac:chgData name="Caroline Tsotetsi" userId="e66a9a0024d092c7" providerId="LiveId" clId="{9B9CD204-4C8D-4F89-A632-19A1386CF501}" dt="2026-09-29T19:31:55.370" v="466"/>
          <ac:spMkLst>
            <pc:docMk/>
            <pc:sldMk cId="2986409174" sldId="836"/>
            <ac:spMk id="2" creationId="{6E12702C-1E27-FB08-EEAD-4B5C0E394D89}"/>
          </ac:spMkLst>
        </pc:spChg>
        <pc:spChg chg="del">
          <ac:chgData name="Caroline Tsotetsi" userId="e66a9a0024d092c7" providerId="LiveId" clId="{9B9CD204-4C8D-4F89-A632-19A1386CF501}" dt="2026-09-29T19:30:57.570" v="458" actId="3680"/>
          <ac:spMkLst>
            <pc:docMk/>
            <pc:sldMk cId="2986409174" sldId="836"/>
            <ac:spMk id="3" creationId="{3EC19DE6-48BA-B8E8-E594-1908AE13944D}"/>
          </ac:spMkLst>
        </pc:spChg>
        <pc:spChg chg="del mod">
          <ac:chgData name="Caroline Tsotetsi" userId="e66a9a0024d092c7" providerId="LiveId" clId="{9B9CD204-4C8D-4F89-A632-19A1386CF501}" dt="2026-09-29T19:32:27.543" v="471" actId="478"/>
          <ac:spMkLst>
            <pc:docMk/>
            <pc:sldMk cId="2986409174" sldId="836"/>
            <ac:spMk id="4" creationId="{C26609BF-A2E5-3F0C-E318-549B6CAE6D88}"/>
          </ac:spMkLst>
        </pc:spChg>
        <pc:spChg chg="add del mod">
          <ac:chgData name="Caroline Tsotetsi" userId="e66a9a0024d092c7" providerId="LiveId" clId="{9B9CD204-4C8D-4F89-A632-19A1386CF501}" dt="2026-09-29T19:33:26.584" v="483" actId="478"/>
          <ac:spMkLst>
            <pc:docMk/>
            <pc:sldMk cId="2986409174" sldId="836"/>
            <ac:spMk id="9" creationId="{A0BFAD14-6B7A-5C7E-8A71-B9D00CA101E1}"/>
          </ac:spMkLst>
        </pc:spChg>
        <pc:graphicFrameChg chg="add del mod ord modGraphic">
          <ac:chgData name="Caroline Tsotetsi" userId="e66a9a0024d092c7" providerId="LiveId" clId="{9B9CD204-4C8D-4F89-A632-19A1386CF501}" dt="2026-09-29T19:33:23.945" v="482" actId="478"/>
          <ac:graphicFrameMkLst>
            <pc:docMk/>
            <pc:sldMk cId="2986409174" sldId="836"/>
            <ac:graphicFrameMk id="5" creationId="{B2BDDEB6-BDB1-A7C6-7CC7-A7C87F587182}"/>
          </ac:graphicFrameMkLst>
        </pc:graphicFrameChg>
        <pc:graphicFrameChg chg="add del mod">
          <ac:chgData name="Caroline Tsotetsi" userId="e66a9a0024d092c7" providerId="LiveId" clId="{9B9CD204-4C8D-4F89-A632-19A1386CF501}" dt="2026-09-29T19:36:40.126" v="499" actId="478"/>
          <ac:graphicFrameMkLst>
            <pc:docMk/>
            <pc:sldMk cId="2986409174" sldId="836"/>
            <ac:graphicFrameMk id="14" creationId="{33DB9125-482B-A522-B56F-8CCD0106DB80}"/>
          </ac:graphicFrameMkLst>
        </pc:graphicFrameChg>
        <pc:graphicFrameChg chg="add del mod">
          <ac:chgData name="Caroline Tsotetsi" userId="e66a9a0024d092c7" providerId="LiveId" clId="{9B9CD204-4C8D-4F89-A632-19A1386CF501}" dt="2026-09-29T19:37:54.376" v="505" actId="478"/>
          <ac:graphicFrameMkLst>
            <pc:docMk/>
            <pc:sldMk cId="2986409174" sldId="836"/>
            <ac:graphicFrameMk id="17" creationId="{7853534D-AF54-D25D-6580-AA83870A48E4}"/>
          </ac:graphicFrameMkLst>
        </pc:graphicFrameChg>
        <pc:picChg chg="add del mod">
          <ac:chgData name="Caroline Tsotetsi" userId="e66a9a0024d092c7" providerId="LiveId" clId="{9B9CD204-4C8D-4F89-A632-19A1386CF501}" dt="2026-09-29T19:33:30.763" v="485" actId="478"/>
          <ac:picMkLst>
            <pc:docMk/>
            <pc:sldMk cId="2986409174" sldId="836"/>
            <ac:picMk id="7" creationId="{B757871D-07E1-C01B-69E2-4C09ECE5DBD6}"/>
          </ac:picMkLst>
        </pc:picChg>
        <pc:picChg chg="add del mod">
          <ac:chgData name="Caroline Tsotetsi" userId="e66a9a0024d092c7" providerId="LiveId" clId="{9B9CD204-4C8D-4F89-A632-19A1386CF501}" dt="2026-09-29T19:34:38.291" v="488" actId="478"/>
          <ac:picMkLst>
            <pc:docMk/>
            <pc:sldMk cId="2986409174" sldId="836"/>
            <ac:picMk id="11" creationId="{BD35BAEC-04E3-E253-A4DB-809705C5187F}"/>
          </ac:picMkLst>
        </pc:picChg>
        <pc:picChg chg="add mod modCrop">
          <ac:chgData name="Caroline Tsotetsi" userId="e66a9a0024d092c7" providerId="LiveId" clId="{9B9CD204-4C8D-4F89-A632-19A1386CF501}" dt="2026-09-29T19:45:21.318" v="561"/>
          <ac:picMkLst>
            <pc:docMk/>
            <pc:sldMk cId="2986409174" sldId="836"/>
            <ac:picMk id="19" creationId="{405FF46A-208A-279C-2D3D-A59B49F6B92C}"/>
          </ac:picMkLst>
        </pc:picChg>
      </pc:sldChg>
      <pc:sldChg chg="modSp new mod modTransition">
        <pc:chgData name="Caroline Tsotetsi" userId="e66a9a0024d092c7" providerId="LiveId" clId="{9B9CD204-4C8D-4F89-A632-19A1386CF501}" dt="2026-09-29T20:05:46.894" v="796"/>
        <pc:sldMkLst>
          <pc:docMk/>
          <pc:sldMk cId="4260350991" sldId="837"/>
        </pc:sldMkLst>
        <pc:spChg chg="mod">
          <ac:chgData name="Caroline Tsotetsi" userId="e66a9a0024d092c7" providerId="LiveId" clId="{9B9CD204-4C8D-4F89-A632-19A1386CF501}" dt="2026-09-29T19:39:48.752" v="521"/>
          <ac:spMkLst>
            <pc:docMk/>
            <pc:sldMk cId="4260350991" sldId="837"/>
            <ac:spMk id="2" creationId="{976F9A1C-D751-FA32-E962-F3C609BA9371}"/>
          </ac:spMkLst>
        </pc:spChg>
        <pc:spChg chg="mod">
          <ac:chgData name="Caroline Tsotetsi" userId="e66a9a0024d092c7" providerId="LiveId" clId="{9B9CD204-4C8D-4F89-A632-19A1386CF501}" dt="2026-09-29T19:42:15.959" v="547" actId="113"/>
          <ac:spMkLst>
            <pc:docMk/>
            <pc:sldMk cId="4260350991" sldId="837"/>
            <ac:spMk id="3" creationId="{2175D149-F0B7-AF42-DFEA-E68B9B8F6DB0}"/>
          </ac:spMkLst>
        </pc:spChg>
      </pc:sldChg>
      <pc:sldChg chg="addSp delSp modSp new mod modTransition">
        <pc:chgData name="Caroline Tsotetsi" userId="e66a9a0024d092c7" providerId="LiveId" clId="{9B9CD204-4C8D-4F89-A632-19A1386CF501}" dt="2026-09-29T20:05:40.374" v="794"/>
        <pc:sldMkLst>
          <pc:docMk/>
          <pc:sldMk cId="2500208762" sldId="838"/>
        </pc:sldMkLst>
        <pc:spChg chg="mod">
          <ac:chgData name="Caroline Tsotetsi" userId="e66a9a0024d092c7" providerId="LiveId" clId="{9B9CD204-4C8D-4F89-A632-19A1386CF501}" dt="2026-09-29T19:53:23.267" v="673"/>
          <ac:spMkLst>
            <pc:docMk/>
            <pc:sldMk cId="2500208762" sldId="838"/>
            <ac:spMk id="2" creationId="{5A68E708-DC2E-CEAD-A53C-BDB8992C03A3}"/>
          </ac:spMkLst>
        </pc:spChg>
        <pc:spChg chg="del">
          <ac:chgData name="Caroline Tsotetsi" userId="e66a9a0024d092c7" providerId="LiveId" clId="{9B9CD204-4C8D-4F89-A632-19A1386CF501}" dt="2026-09-29T19:53:38.252" v="674" actId="478"/>
          <ac:spMkLst>
            <pc:docMk/>
            <pc:sldMk cId="2500208762" sldId="838"/>
            <ac:spMk id="3" creationId="{D6BBB87D-9364-841E-5794-AA68D6998DF9}"/>
          </ac:spMkLst>
        </pc:spChg>
        <pc:spChg chg="del mod">
          <ac:chgData name="Caroline Tsotetsi" userId="e66a9a0024d092c7" providerId="LiveId" clId="{9B9CD204-4C8D-4F89-A632-19A1386CF501}" dt="2026-09-29T19:53:44.276" v="676" actId="478"/>
          <ac:spMkLst>
            <pc:docMk/>
            <pc:sldMk cId="2500208762" sldId="838"/>
            <ac:spMk id="4" creationId="{0188D331-6857-B944-C879-35984B48578C}"/>
          </ac:spMkLst>
        </pc:spChg>
        <pc:picChg chg="add mod modCrop">
          <ac:chgData name="Caroline Tsotetsi" userId="e66a9a0024d092c7" providerId="LiveId" clId="{9B9CD204-4C8D-4F89-A632-19A1386CF501}" dt="2026-09-29T19:54:37.962" v="684" actId="14100"/>
          <ac:picMkLst>
            <pc:docMk/>
            <pc:sldMk cId="2500208762" sldId="838"/>
            <ac:picMk id="6" creationId="{267890B2-FC7D-2397-8279-957190FFD77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48351"/>
            <a:ext cx="10515600" cy="762338"/>
          </a:xfrm>
        </p:spPr>
        <p:txBody>
          <a:bodyPr>
            <a:normAutofit/>
          </a:bodyPr>
          <a:lstStyle>
            <a:lvl1pPr algn="ctr">
              <a:defRPr sz="1800" b="1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1500" y="1500330"/>
            <a:ext cx="3429000" cy="325526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3784" y="1017127"/>
            <a:ext cx="3259239" cy="638050"/>
          </a:xfrm>
        </p:spPr>
        <p:txBody>
          <a:bodyPr tIns="0" bIns="0" anchor="b">
            <a:normAutofit/>
          </a:bodyPr>
          <a:lstStyle>
            <a:lvl1pPr algn="l">
              <a:lnSpc>
                <a:spcPct val="7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420D7-C2DD-AA2E-0967-246BCAC712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3784" y="1667337"/>
            <a:ext cx="3259138" cy="1635155"/>
          </a:xfrm>
        </p:spPr>
        <p:txBody>
          <a:bodyPr tIns="0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6643" y="-1"/>
            <a:ext cx="6146157" cy="3452149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CA433-95E2-FC02-373D-296793B7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59533" y="1"/>
            <a:ext cx="1232467" cy="345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34D26-5CDD-1D72-F4F5-4E8F2E8A7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52149"/>
            <a:ext cx="1232467" cy="3405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6049" y="3452149"/>
            <a:ext cx="6146157" cy="3423213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8165" y="3831219"/>
            <a:ext cx="2719830" cy="26387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13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1999" cy="1649977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012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012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FEE9A33-86BC-1ACB-FD12-3D125D7AC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752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752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C8324F-73B9-5F50-2F8B-86B0683A4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046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3046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0371E6D-BAFA-5426-4D03-3E4D6EA4E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8563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8563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D35E594-AF24-811C-7ECB-E0BC86C3A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407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407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182880" tIns="0" rIns="18288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ED80DC6-E45B-98F5-D668-F7E072808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3104" y="4942244"/>
            <a:ext cx="3345083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4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06FB3F8-975F-CDE6-AD5A-41A6C4AEFA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011" y="1204943"/>
            <a:ext cx="10252763" cy="356556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38306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504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168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Chart Placeholder 23">
            <a:extLst>
              <a:ext uri="{FF2B5EF4-FFF2-40B4-BE49-F238E27FC236}">
                <a16:creationId xmlns:a16="http://schemas.microsoft.com/office/drawing/2014/main" id="{EAFEEDA8-9219-BD40-C230-E92998E15A23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025009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20430E8-C9E5-7571-B3E8-A14938C6E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5617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5280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Chart Placeholder 23">
            <a:extLst>
              <a:ext uri="{FF2B5EF4-FFF2-40B4-BE49-F238E27FC236}">
                <a16:creationId xmlns:a16="http://schemas.microsoft.com/office/drawing/2014/main" id="{9C9FDEE4-E778-B309-F78A-B097A62D3B1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216862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3608-9448-F8A1-E942-E798931A98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6729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2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Chart Placeholder 23">
            <a:extLst>
              <a:ext uri="{FF2B5EF4-FFF2-40B4-BE49-F238E27FC236}">
                <a16:creationId xmlns:a16="http://schemas.microsoft.com/office/drawing/2014/main" id="{4B5D9EAC-E1E4-971C-4DCF-F4BA495E30D6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403565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52DFEB-4583-7D49-EB81-F63A70289A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97841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7504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Chart Placeholder 23">
            <a:extLst>
              <a:ext uri="{FF2B5EF4-FFF2-40B4-BE49-F238E27FC236}">
                <a16:creationId xmlns:a16="http://schemas.microsoft.com/office/drawing/2014/main" id="{8D104B7B-2C5C-79FE-3E90-69E9EE2BD36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9602753" y="1692604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0F91EA5-D9F1-14B5-2383-469320ED8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88952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615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18570" y="3865563"/>
            <a:ext cx="10186205" cy="224631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188" y="1806487"/>
            <a:ext cx="493262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2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26F2423-DF97-D100-BE6D-29D9EE15B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9613" y="2821450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312" y="2809756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68E93BF-5DA7-33DE-7DBC-0C6057C3B3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39613" y="3437926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1312" y="3418079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FC2E8B1-029D-44E0-1893-3916B10060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39613" y="4054403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1312" y="4026402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-1"/>
            <a:ext cx="609600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43332"/>
            <a:ext cx="6095999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328" y="309448"/>
            <a:ext cx="3231145" cy="484632"/>
          </a:xfrm>
        </p:spPr>
        <p:txBody>
          <a:bodyPr tIns="0" bIns="0" anchor="b">
            <a:normAutofit/>
          </a:bodyPr>
          <a:lstStyle>
            <a:lvl1pPr algn="l">
              <a:lnSpc>
                <a:spcPct val="100000"/>
              </a:lnSpc>
              <a:defRPr sz="1800" b="1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329" y="883387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3081" y="-11683"/>
            <a:ext cx="4114801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71414F8-DD91-4BEB-BD17-D9C191E066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175" y="245774"/>
            <a:ext cx="307206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DA3D7EC-7E91-837C-0F5C-2FA02822C2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174" y="906920"/>
            <a:ext cx="3056497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403EF5D-5D5E-DB9C-1AA6-6C838DA9DC1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22804" y="3428237"/>
            <a:ext cx="4065886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E66A002-611A-AC3C-3354-FC6A8B880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8700" y="3730892"/>
            <a:ext cx="323931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5D8040-D0AA-C720-C6C4-6B23368CD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8700" y="4417990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2DD639C-33DD-1ACB-4F21-BE087163AE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8042" y="3428237"/>
            <a:ext cx="4034118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5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8494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68507" y="1466591"/>
            <a:ext cx="10054988" cy="11851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068504" y="3109249"/>
            <a:ext cx="10054990" cy="2907792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accent1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31542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58347" y="1446271"/>
            <a:ext cx="10049920" cy="435453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A52954E-7826-2F3E-37FB-F67D5971E4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4274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3D09183F-8234-58F5-2CE4-5D000BF72E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4747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E530913-6A7A-CB72-87E9-5D3ADD650B0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75221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548FF31E-A9C5-CFCF-43B0-5EF275D7402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5694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900F4E96-BF95-1386-47A4-D14CEB09D8E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61679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E91EF67B-B01F-400D-2DC2-79A748E2A6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5393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B320C6BD-6887-1B30-627B-0AB6029E8F5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658665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9B504DC8-6E54-98FA-2461-72B7340F58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6340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0C21A6A4-EB4D-A0D0-56D0-93FB0E749A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05507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DB72A218-DAC1-2261-C0A3-B0767FD2FA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5980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C3CF0080-9BDB-00BA-29B2-9174EE3C411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6454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C6A1C08D-7BF4-5FAF-C2FF-AE5047518A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96927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A44657A-8B86-EA70-6560-03FEB781F9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74012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7">
            <a:extLst>
              <a:ext uri="{FF2B5EF4-FFF2-40B4-BE49-F238E27FC236}">
                <a16:creationId xmlns:a16="http://schemas.microsoft.com/office/drawing/2014/main" id="{8CED7DAF-DABA-4DFF-4526-79601E7E45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578746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DE375DAB-B8B1-7BFE-421A-2576642D0DB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883481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7">
            <a:extLst>
              <a:ext uri="{FF2B5EF4-FFF2-40B4-BE49-F238E27FC236}">
                <a16:creationId xmlns:a16="http://schemas.microsoft.com/office/drawing/2014/main" id="{1DC92198-D94C-7632-19D2-3D84CBD1BCB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88215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ADE4906C-8781-3D55-6709-40134F528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40305" y="4547853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17">
            <a:extLst>
              <a:ext uri="{FF2B5EF4-FFF2-40B4-BE49-F238E27FC236}">
                <a16:creationId xmlns:a16="http://schemas.microsoft.com/office/drawing/2014/main" id="{5A09A8A3-44A8-3DBC-2A4E-C534BD0439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5526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AF3FD113-A1D1-4EEF-7A6A-8D911FEFCA3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35999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17">
            <a:extLst>
              <a:ext uri="{FF2B5EF4-FFF2-40B4-BE49-F238E27FC236}">
                <a16:creationId xmlns:a16="http://schemas.microsoft.com/office/drawing/2014/main" id="{DBF1041A-E533-7269-1C16-B8F07C39D0A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66473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723620E9-23D5-45A7-B061-9B5BA0AB81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96946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857" y="2705755"/>
            <a:ext cx="3561986" cy="144649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56CA8-AE7D-1692-CD03-8052B79B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16358"/>
            <a:ext cx="7354442" cy="689071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6197"/>
            <a:ext cx="78231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4040" y="-10160"/>
            <a:ext cx="308626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66191" y="52657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D2E0A3-3A4D-815C-8C07-8058D5694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41558" y="110150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B5590F9-2D9B-7EF7-DD7B-0088DB0B18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191" y="113821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13E55D8-560B-DF34-B34D-E3A21C43B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9328" y="283105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A5A1F2-505F-747B-818F-CBE5074E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4695" y="340598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063E3D4-FEB7-9BB5-B22D-843990911C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9328" y="344269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713C15-6491-75F6-6A03-ECBBB2597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7560" y="2259981"/>
            <a:ext cx="3042920" cy="233742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00ACF-978B-E5F8-58B9-878278B3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60480" y="2270140"/>
            <a:ext cx="727584" cy="23368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96B4-52C5-47DA-6BD6-050647AE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6961" y="4599322"/>
            <a:ext cx="77707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66AD3C9-51DF-968B-BDFA-A072D79E69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4040" y="4596782"/>
            <a:ext cx="307610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6BE9D1C-5464-1BB4-DD8F-40B27F9E7E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57280" y="5261360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8A1D00-787E-E601-743F-F3A607B9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32647" y="5836289"/>
            <a:ext cx="16199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F9E3A6-F6B7-CCAC-D810-CD47EB1C5D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57280" y="5872995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9510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5A36-9B2E-CD52-C188-43035C62D7D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08" y="368658"/>
            <a:ext cx="6228732" cy="83022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0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906" y="1430936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2619741-BE88-A22C-6A3B-780557621A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906" y="2029538"/>
            <a:ext cx="6228732" cy="109076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906" y="3218958"/>
            <a:ext cx="6228732" cy="344009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9F0960D-533E-D280-6096-A2F8BAC7A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906" y="3640657"/>
            <a:ext cx="6228732" cy="344009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3906" y="4073211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1BF306D-A7D8-5086-F014-05405FA67D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906" y="4675595"/>
            <a:ext cx="6228732" cy="1154882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6560" y="-1"/>
            <a:ext cx="415544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6559" y="5243332"/>
            <a:ext cx="4155440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2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222" y="2247391"/>
            <a:ext cx="4434840" cy="762338"/>
          </a:xfrm>
          <a:noFill/>
        </p:spPr>
        <p:txBody>
          <a:bodyPr>
            <a:normAutofit/>
          </a:bodyPr>
          <a:lstStyle>
            <a:lvl1pPr algn="l">
              <a:defRPr sz="48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380" y="1730247"/>
            <a:ext cx="3657600" cy="347228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810CE0D-B662-5180-72B1-8363C2E1BD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222" y="3258237"/>
            <a:ext cx="4434840" cy="368884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92BFD6-74C7-2D2A-4F93-95F4341BAB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7222" y="3748147"/>
            <a:ext cx="4434840" cy="1454381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 b="1" cap="none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62675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A29B-5AE9-CB8D-8A2B-144DBB8BCB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43" y="365125"/>
            <a:ext cx="11100126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432AB-307E-C133-AB03-5B6286B2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1DDF95-5C6A-BFC2-3D73-E19530C8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10000"/>
            <a:lumOff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378-33F3-9133-FF97-6EFCBD42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6496-C09F-CF62-3B1A-8BD3AB12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F26F1-942C-E394-D4F4-E2C72E857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C0C1-EE54-4EF7-BCC6-9C36988C399C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F9A7-A5DA-8EAD-6359-9316AC52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CBAD-9F11-FF8A-5CB4-6C868286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588F-3268-487C-BB05-403E3E2B4B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335602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pxhere.com/en/photo/1502605" TargetMode="Externa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le of coffee beans">
            <a:extLst>
              <a:ext uri="{FF2B5EF4-FFF2-40B4-BE49-F238E27FC236}">
                <a16:creationId xmlns:a16="http://schemas.microsoft.com/office/drawing/2014/main" id="{27EDE37F-A91F-2CE5-7176-FA96308E99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092"/>
            <a:ext cx="10515600" cy="762338"/>
          </a:xfrm>
        </p:spPr>
        <p:txBody>
          <a:bodyPr/>
          <a:lstStyle/>
          <a:p>
            <a:r>
              <a:rPr lang="en-GB" dirty="0"/>
              <a:t>Bright Coffee Shop: Sales &amp; Business Performance Analysis</a:t>
            </a:r>
            <a:endParaRPr lang="en-US" dirty="0"/>
          </a:p>
        </p:txBody>
      </p:sp>
      <p:pic>
        <p:nvPicPr>
          <p:cNvPr id="67" name="Picture Placeholder 66">
            <a:extLst>
              <a:ext uri="{FF2B5EF4-FFF2-40B4-BE49-F238E27FC236}">
                <a16:creationId xmlns:a16="http://schemas.microsoft.com/office/drawing/2014/main" id="{B1DE02D0-D0E0-5DCE-FE1E-13D33FBBE43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026" b="87974" l="10000" r="90000">
                        <a14:foregroundMark x1="43099" y1="45703" x2="38151" y2="59115"/>
                        <a14:foregroundMark x1="38151" y1="59115" x2="51172" y2="65430"/>
                        <a14:foregroundMark x1="51172" y1="65430" x2="61784" y2="52995"/>
                        <a14:foregroundMark x1="61784" y1="52995" x2="54688" y2="44922"/>
                        <a14:foregroundMark x1="59440" y1="49609" x2="56641" y2="45573"/>
                        <a14:foregroundMark x1="61914" y1="49219" x2="56576" y2="64063"/>
                        <a14:foregroundMark x1="56576" y1="64063" x2="52995" y2="65690"/>
                        <a14:foregroundMark x1="62695" y1="49609" x2="61133" y2="58789"/>
                        <a14:foregroundMark x1="18850" y1="73171" x2="19163" y2="74477"/>
                        <a14:foregroundMark x1="18229" y1="70573" x2="18700" y2="72541"/>
                        <a14:foregroundMark x1="25456" y1="73307" x2="25846" y2="75130"/>
                        <a14:foregroundMark x1="37174" y1="74870" x2="37174" y2="74870"/>
                        <a14:foregroundMark x1="29753" y1="74219" x2="29753" y2="74219"/>
                        <a14:foregroundMark x1="29622" y1="70573" x2="29622" y2="70573"/>
                        <a14:foregroundMark x1="39909" y1="73177" x2="39909" y2="73177"/>
                        <a14:foregroundMark x1="47266" y1="73438" x2="47266" y2="73438"/>
                        <a14:foregroundMark x1="52344" y1="77214" x2="52344" y2="77214"/>
                        <a14:foregroundMark x1="57292" y1="73568" x2="57292" y2="73568"/>
                        <a14:foregroundMark x1="64779" y1="72656" x2="64779" y2="72656"/>
                        <a14:foregroundMark x1="68034" y1="73958" x2="68034" y2="73958"/>
                        <a14:foregroundMark x1="71549" y1="75130" x2="71549" y2="75130"/>
                        <a14:foregroundMark x1="79427" y1="75000" x2="79427" y2="75000"/>
                        <a14:foregroundMark x1="44010" y1="24935" x2="44010" y2="24935"/>
                        <a14:foregroundMark x1="49609" y1="22591" x2="49609" y2="22591"/>
                        <a14:foregroundMark x1="49609" y1="22201" x2="49609" y2="22201"/>
                        <a14:foregroundMark x1="43750" y1="24284" x2="43750" y2="24284"/>
                        <a14:foregroundMark x1="43750" y1="24023" x2="43750" y2="24023"/>
                        <a14:foregroundMark x1="42578" y1="21940" x2="42578" y2="21940"/>
                        <a14:foregroundMark x1="56510" y1="23633" x2="56510" y2="23633"/>
                        <a14:foregroundMark x1="57943" y1="21549" x2="57943" y2="21549"/>
                        <a14:foregroundMark x1="64128" y1="25846" x2="58659" y2="29883"/>
                        <a14:foregroundMark x1="67122" y1="33008" x2="59831" y2="33789"/>
                        <a14:foregroundMark x1="35872" y1="25846" x2="41602" y2="29492"/>
                        <a14:foregroundMark x1="32878" y1="33138" x2="39648" y2="33398"/>
                        <a14:foregroundMark x1="43229" y1="22721" x2="42057" y2="21549"/>
                        <a14:foregroundMark x1="50000" y1="18620" x2="49609" y2="20117"/>
                        <a14:foregroundMark x1="42188" y1="21419" x2="43229" y2="23372"/>
                        <a14:foregroundMark x1="57943" y1="21159" x2="57292" y2="22331"/>
                        <a14:foregroundMark x1="53516" y1="72526" x2="53516" y2="72526"/>
                        <a14:foregroundMark x1="59049" y1="73177" x2="59049" y2="73177"/>
                        <a14:foregroundMark x1="64648" y1="73568" x2="64648" y2="73568"/>
                        <a14:foregroundMark x1="78646" y1="75260" x2="78646" y2="75260"/>
                        <a14:foregroundMark x1="43099" y1="72526" x2="43099" y2="72526"/>
                        <a14:backgroundMark x1="20443" y1="72266" x2="20443" y2="72266"/>
                        <a14:backgroundMark x1="20573" y1="76172" x2="20573" y2="76172"/>
                        <a14:backgroundMark x1="19661" y1="75911" x2="19661" y2="75911"/>
                        <a14:backgroundMark x1="20443" y1="75911" x2="19271" y2="75521"/>
                        <a14:backgroundMark x1="18880" y1="72396" x2="19010" y2="71615"/>
                        <a14:backgroundMark x1="73633" y1="73958" x2="73112" y2="74219"/>
                        <a14:backgroundMark x1="80469" y1="73958" x2="81120" y2="74349"/>
                        <a14:backgroundMark x1="19141" y1="72656" x2="18880" y2="73177"/>
                        <a14:backgroundMark x1="66732" y1="72786" x2="66341" y2="73568"/>
                        <a14:backgroundMark x1="19010" y1="72526" x2="18880" y2="73177"/>
                      </a14:backgroundRemoval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2533" b="2533"/>
          <a:stretch/>
        </p:blipFill>
        <p:spPr>
          <a:xfrm>
            <a:off x="4370679" y="1105670"/>
            <a:ext cx="3450642" cy="3275809"/>
          </a:xfr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35844AC7-E488-709F-E66B-3FB7077D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5800" y="1460115"/>
            <a:ext cx="3200400" cy="3200400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48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AE35B9-E0B3-50E8-2F1B-73A4E3E2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784" y="1017127"/>
            <a:ext cx="3259239" cy="638050"/>
          </a:xfrm>
        </p:spPr>
        <p:txBody>
          <a:bodyPr/>
          <a:lstStyle/>
          <a:p>
            <a:r>
              <a:rPr lang="en-US" dirty="0"/>
              <a:t>Business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02D2-3299-9E3D-BBCA-A672F7F15A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512" y="1667337"/>
            <a:ext cx="3985510" cy="1635155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pic>
        <p:nvPicPr>
          <p:cNvPr id="14" name="Picture Placeholder 13" descr="A person holding a cup of coffee ">
            <a:extLst>
              <a:ext uri="{FF2B5EF4-FFF2-40B4-BE49-F238E27FC236}">
                <a16:creationId xmlns:a16="http://schemas.microsoft.com/office/drawing/2014/main" id="{10EC3809-C361-94AA-3504-E1ED19F457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6643" y="-1"/>
            <a:ext cx="6146157" cy="3452149"/>
          </a:xfrm>
        </p:spPr>
      </p:pic>
      <p:pic>
        <p:nvPicPr>
          <p:cNvPr id="12" name="Picture Placeholder 11" descr="A close-up of coffee beans ">
            <a:extLst>
              <a:ext uri="{FF2B5EF4-FFF2-40B4-BE49-F238E27FC236}">
                <a16:creationId xmlns:a16="http://schemas.microsoft.com/office/drawing/2014/main" id="{70CEBD43-1E81-E53E-1EC1-408F57958B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6049" y="3452149"/>
            <a:ext cx="6146157" cy="3423213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EAB8EC-D2F4-0861-F661-E81208B5C6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8165" y="3831219"/>
            <a:ext cx="2719830" cy="2638706"/>
          </a:xfrm>
        </p:spPr>
        <p:txBody>
          <a:bodyPr/>
          <a:lstStyle/>
          <a:p>
            <a:r>
              <a:rPr lang="en-GB" dirty="0"/>
              <a:t>The purpose of this analysis is to identify sales trends, high-performing products, profitable product categories, store performance and peak trading periods in order to support data-driven business decisions.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258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E0AB-2454-E8A7-506A-AC2CC526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Key areas investigated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EC599-D008-52D5-FB7F-F72D273A4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188" y="2809756"/>
            <a:ext cx="4932625" cy="30058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Revenue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Product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Product category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Store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Sales by day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Sales by time of day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Monthly sales trends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Sales growth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Quantity sold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A0F0E02-9E1F-BBB7-979E-9D1CA86E219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594" b="155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9519963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DFC9397-60A1-F45D-94F1-4B21C18F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Executive Summary </a:t>
            </a:r>
          </a:p>
        </p:txBody>
      </p:sp>
      <p:graphicFrame>
        <p:nvGraphicFramePr>
          <p:cNvPr id="13" name="Table Placeholder 12">
            <a:extLst>
              <a:ext uri="{FF2B5EF4-FFF2-40B4-BE49-F238E27FC236}">
                <a16:creationId xmlns:a16="http://schemas.microsoft.com/office/drawing/2014/main" id="{3BF33D8E-5898-CA99-472C-DEE25B6DF9A4}"/>
              </a:ext>
            </a:extLst>
          </p:cNvPr>
          <p:cNvGraphicFramePr>
            <a:graphicFrameLocks noGrp="1"/>
          </p:cNvGraphicFramePr>
          <p:nvPr>
            <p:ph type="tbl" sz="quarter" idx="24"/>
            <p:extLst>
              <p:ext uri="{D42A27DB-BD31-4B8C-83A1-F6EECF244321}">
                <p14:modId xmlns:p14="http://schemas.microsoft.com/office/powerpoint/2010/main" val="227597328"/>
              </p:ext>
            </p:extLst>
          </p:nvPr>
        </p:nvGraphicFramePr>
        <p:xfrm>
          <a:off x="1068388" y="1466850"/>
          <a:ext cx="10055224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27612">
                  <a:extLst>
                    <a:ext uri="{9D8B030D-6E8A-4147-A177-3AD203B41FA5}">
                      <a16:colId xmlns:a16="http://schemas.microsoft.com/office/drawing/2014/main" val="2658608013"/>
                    </a:ext>
                  </a:extLst>
                </a:gridCol>
                <a:gridCol w="5027612">
                  <a:extLst>
                    <a:ext uri="{9D8B030D-6E8A-4147-A177-3AD203B41FA5}">
                      <a16:colId xmlns:a16="http://schemas.microsoft.com/office/drawing/2014/main" val="1944048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96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/>
                        <a:t>$698,812.33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98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/>
                        <a:t>149,116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077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Items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/>
                        <a:t>214,470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261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/>
                        <a:t>3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803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/>
                        <a:t>80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95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Average Transaction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/>
                        <a:t>$4.69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92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Analysis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b="1" dirty="0"/>
                        <a:t>Jan–Jun 2023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145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788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702C-1E27-FB08-EEAD-4B5C0E39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Monthly Revenue Trend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5FF46A-208A-279C-2D3D-A59B49F6B9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21271"/>
          <a:stretch>
            <a:fillRect/>
          </a:stretch>
        </p:blipFill>
        <p:spPr>
          <a:xfrm>
            <a:off x="1161288" y="1801368"/>
            <a:ext cx="9070848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09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AE726D-AF68-DE22-83E9-889C52037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88" y="1806487"/>
            <a:ext cx="4932625" cy="638050"/>
          </a:xfrm>
        </p:spPr>
        <p:txBody>
          <a:bodyPr/>
          <a:lstStyle/>
          <a:p>
            <a:r>
              <a:rPr lang="en-US" dirty="0"/>
              <a:t>Revenue model</a:t>
            </a:r>
          </a:p>
        </p:txBody>
      </p:sp>
      <p:pic>
        <p:nvPicPr>
          <p:cNvPr id="29" name="Picture Placeholder 28" descr="Coffee Beans Icon">
            <a:extLst>
              <a:ext uri="{FF2B5EF4-FFF2-40B4-BE49-F238E27FC236}">
                <a16:creationId xmlns:a16="http://schemas.microsoft.com/office/drawing/2014/main" id="{07306F70-474C-BE74-E25D-4C7EBE301E07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9613" y="2821450"/>
            <a:ext cx="484632" cy="484632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A069B7-16B1-8860-94B9-11188E3143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1312" y="2809756"/>
            <a:ext cx="4286501" cy="538223"/>
          </a:xfrm>
        </p:spPr>
        <p:txBody>
          <a:bodyPr/>
          <a:lstStyle/>
          <a:p>
            <a:r>
              <a:rPr lang="en-US" dirty="0"/>
              <a:t>Gourmet coffee beans</a:t>
            </a:r>
          </a:p>
        </p:txBody>
      </p:sp>
      <p:pic>
        <p:nvPicPr>
          <p:cNvPr id="31" name="Picture Placeholder 30" descr="Coffee Cup Icon">
            <a:extLst>
              <a:ext uri="{FF2B5EF4-FFF2-40B4-BE49-F238E27FC236}">
                <a16:creationId xmlns:a16="http://schemas.microsoft.com/office/drawing/2014/main" id="{1C373FD0-BFC5-2213-8473-897E524A3B7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9613" y="3437926"/>
            <a:ext cx="484632" cy="484632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478497-A155-D49A-186B-FF79BE53F8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51312" y="3418079"/>
            <a:ext cx="4286501" cy="538223"/>
          </a:xfrm>
        </p:spPr>
        <p:txBody>
          <a:bodyPr/>
          <a:lstStyle/>
          <a:p>
            <a:r>
              <a:rPr lang="en-US" dirty="0"/>
              <a:t>Signature coffee beverages </a:t>
            </a:r>
          </a:p>
        </p:txBody>
      </p:sp>
      <p:pic>
        <p:nvPicPr>
          <p:cNvPr id="14" name="Picture Placeholder 13" descr="A person pouring milk into a glass of coffee ">
            <a:extLst>
              <a:ext uri="{FF2B5EF4-FFF2-40B4-BE49-F238E27FC236}">
                <a16:creationId xmlns:a16="http://schemas.microsoft.com/office/drawing/2014/main" id="{301670F8-2E6E-6717-C1DC-15F206EDD5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"/>
            <a:ext cx="6096000" cy="5243333"/>
          </a:xfrm>
        </p:spPr>
      </p:pic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2D85589E-C1C1-E123-F64E-031C6667F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</p:spPr>
        <p:txBody>
          <a:bodyPr/>
          <a:lstStyle/>
          <a:p>
            <a:r>
              <a:rPr lang="en-US" dirty="0"/>
              <a:t>Bright</a:t>
            </a:r>
            <a:r>
              <a:rPr lang="en-US" noProof="0" dirty="0"/>
              <a:t>Coffee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052C768-C598-19FB-127E-C6CA7BEC9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Placeholder 7" descr="Cake with solid fill">
            <a:extLst>
              <a:ext uri="{FF2B5EF4-FFF2-40B4-BE49-F238E27FC236}">
                <a16:creationId xmlns:a16="http://schemas.microsoft.com/office/drawing/2014/main" id="{45C483AA-0A88-0E6C-A415-7F234D90E02E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799584F-105D-3BCB-2CE3-8D5EBE012FEB}"/>
              </a:ext>
            </a:extLst>
          </p:cNvPr>
          <p:cNvSpPr txBox="1">
            <a:spLocks/>
          </p:cNvSpPr>
          <p:nvPr/>
        </p:nvSpPr>
        <p:spPr>
          <a:xfrm>
            <a:off x="1651311" y="4011725"/>
            <a:ext cx="4286501" cy="538223"/>
          </a:xfrm>
          <a:prstGeom prst="rect">
            <a:avLst/>
          </a:prstGeom>
          <a:noFill/>
        </p:spPr>
        <p:txBody>
          <a:bodyPr vert="horz" lIns="91440" tIns="0" rIns="9144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Pastries &amp; Food Pairings</a:t>
            </a:r>
          </a:p>
        </p:txBody>
      </p:sp>
    </p:spTree>
    <p:extLst>
      <p:ext uri="{BB962C8B-B14F-4D97-AF65-F5344CB8AC3E}">
        <p14:creationId xmlns:p14="http://schemas.microsoft.com/office/powerpoint/2010/main" val="3061446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6A0D5-5CB6-A442-D8E1-2E8287B9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28" y="309448"/>
            <a:ext cx="3231145" cy="484632"/>
          </a:xfrm>
        </p:spPr>
        <p:txBody>
          <a:bodyPr/>
          <a:lstStyle/>
          <a:p>
            <a:r>
              <a:rPr lang="en-US" dirty="0"/>
              <a:t>Gourmet coffee beans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016A63-BEE3-F549-DAB9-1A45DE921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329" y="883387"/>
            <a:ext cx="3227060" cy="2199311"/>
          </a:xfrm>
        </p:spPr>
        <p:txBody>
          <a:bodyPr>
            <a:normAutofit/>
          </a:bodyPr>
          <a:lstStyle/>
          <a:p>
            <a:r>
              <a:rPr lang="en-ZA" dirty="0"/>
              <a:t>Sale of premium, ethically-sourced BrightCoffee beans in-store for home brewing, targeting coffee enthusiasts who want cafe quality at home.</a:t>
            </a:r>
            <a:br>
              <a:rPr lang="en-ZA" dirty="0"/>
            </a:br>
            <a:endParaRPr lang="en-US" dirty="0"/>
          </a:p>
        </p:txBody>
      </p:sp>
      <p:pic>
        <p:nvPicPr>
          <p:cNvPr id="131" name="Picture Placeholder 130" descr="Several glasses of liquid">
            <a:extLst>
              <a:ext uri="{FF2B5EF4-FFF2-40B4-BE49-F238E27FC236}">
                <a16:creationId xmlns:a16="http://schemas.microsoft.com/office/drawing/2014/main" id="{A10FDB5F-E19E-ED52-F6CE-6C30B9DE21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3081" y="-11683"/>
            <a:ext cx="4114801" cy="3439923"/>
          </a:xfrm>
        </p:spPr>
      </p:pic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F7D55444-7D69-3A11-24C1-E11C181B50C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51175" y="245774"/>
            <a:ext cx="3072064" cy="538223"/>
          </a:xfrm>
        </p:spPr>
        <p:txBody>
          <a:bodyPr/>
          <a:lstStyle/>
          <a:p>
            <a:r>
              <a:rPr lang="en-US" dirty="0"/>
              <a:t>Pastries &amp; Light Bites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FCB2D14-EEDB-8903-0FF1-E4FB518C09E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51174" y="906920"/>
            <a:ext cx="3056497" cy="2199311"/>
          </a:xfrm>
        </p:spPr>
        <p:txBody>
          <a:bodyPr/>
          <a:lstStyle/>
          <a:p>
            <a:r>
              <a:rPr lang="en-ZA" dirty="0"/>
              <a:t>Freshly baked pastries paired with coffee to increase average basket size and attract morning and lunch traffic.</a:t>
            </a:r>
            <a:endParaRPr lang="en-US" dirty="0"/>
          </a:p>
        </p:txBody>
      </p:sp>
      <p:pic>
        <p:nvPicPr>
          <p:cNvPr id="133" name="Picture Placeholder 132" descr="Coffee beans and powder on a surface ">
            <a:extLst>
              <a:ext uri="{FF2B5EF4-FFF2-40B4-BE49-F238E27FC236}">
                <a16:creationId xmlns:a16="http://schemas.microsoft.com/office/drawing/2014/main" id="{5DAF913E-2852-72B3-3F60-1E81B1615D4E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2804" y="3428237"/>
            <a:ext cx="4065886" cy="3439923"/>
          </a:xfrm>
        </p:spPr>
      </p:pic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36CB5A1-25E4-7026-DACC-DF2E3807707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538700" y="3730892"/>
            <a:ext cx="3239314" cy="538223"/>
          </a:xfrm>
        </p:spPr>
        <p:txBody>
          <a:bodyPr/>
          <a:lstStyle/>
          <a:p>
            <a:r>
              <a:rPr lang="en-US" dirty="0"/>
              <a:t>Signature coffee beverages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C9A84AC-E8E5-C32D-47BB-F8EDC699A3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38700" y="4417990"/>
            <a:ext cx="3227060" cy="2199311"/>
          </a:xfrm>
        </p:spPr>
        <p:txBody>
          <a:bodyPr>
            <a:normAutofit/>
          </a:bodyPr>
          <a:lstStyle/>
          <a:p>
            <a:r>
              <a:rPr lang="en-ZA" dirty="0"/>
              <a:t>High-margin, handcrafted drinks like our Latte and Cappuccino, served in-store as our core daily revenue driver.</a:t>
            </a:r>
            <a:br>
              <a:rPr lang="en-ZA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D7359EB-881B-F373-C5DD-4D04D556F21D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0896" r="108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4177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E708-DC2E-CEAD-A53C-BDB8992C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 Category Performance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890B2-FC7D-2397-8279-957190FFD7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17295"/>
          <a:stretch>
            <a:fillRect/>
          </a:stretch>
        </p:blipFill>
        <p:spPr>
          <a:xfrm>
            <a:off x="1202944" y="1371601"/>
            <a:ext cx="9184640" cy="496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0876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FB9C-0777-BDFD-24FB-D0CE5DB0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012" y="482812"/>
            <a:ext cx="10315428" cy="638050"/>
          </a:xfrm>
        </p:spPr>
        <p:txBody>
          <a:bodyPr/>
          <a:lstStyle/>
          <a:p>
            <a:r>
              <a:rPr lang="en-ZA" dirty="0"/>
              <a:t>Sales by Time of Day</a:t>
            </a:r>
            <a:endParaRPr lang="en-US" dirty="0"/>
          </a:p>
        </p:txBody>
      </p:sp>
      <p:pic>
        <p:nvPicPr>
          <p:cNvPr id="61" name="Picture Placeholder 60" descr="Coffee Bean Icon">
            <a:extLst>
              <a:ext uri="{FF2B5EF4-FFF2-40B4-BE49-F238E27FC236}">
                <a16:creationId xmlns:a16="http://schemas.microsoft.com/office/drawing/2014/main" id="{406E637F-031C-84AA-3DFC-1670B9B70387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13" r="913"/>
          <a:stretch/>
        </p:blipFill>
        <p:spPr>
          <a:xfrm>
            <a:off x="4142740" y="2378075"/>
            <a:ext cx="274320" cy="347472"/>
          </a:xfrm>
        </p:spPr>
      </p:pic>
      <p:pic>
        <p:nvPicPr>
          <p:cNvPr id="73" name="Picture Placeholder 60" descr="Coffee Bean Icon">
            <a:extLst>
              <a:ext uri="{FF2B5EF4-FFF2-40B4-BE49-F238E27FC236}">
                <a16:creationId xmlns:a16="http://schemas.microsoft.com/office/drawing/2014/main" id="{2FBB93C4-6DB5-20E4-AE31-E2F9812225A8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13" r="913"/>
          <a:stretch/>
        </p:blipFill>
        <p:spPr>
          <a:xfrm>
            <a:off x="4447475" y="2378075"/>
            <a:ext cx="274320" cy="347472"/>
          </a:xfrm>
        </p:spPr>
      </p:pic>
      <p:pic>
        <p:nvPicPr>
          <p:cNvPr id="74" name="Picture Placeholder 60" descr="Coffee Bean Icon">
            <a:extLst>
              <a:ext uri="{FF2B5EF4-FFF2-40B4-BE49-F238E27FC236}">
                <a16:creationId xmlns:a16="http://schemas.microsoft.com/office/drawing/2014/main" id="{F7C05BA2-91E0-9956-E450-917ED99864C5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13" r="913"/>
          <a:stretch/>
        </p:blipFill>
        <p:spPr>
          <a:xfrm>
            <a:off x="4752210" y="2378075"/>
            <a:ext cx="274320" cy="347472"/>
          </a:xfrm>
        </p:spPr>
      </p:pic>
      <p:pic>
        <p:nvPicPr>
          <p:cNvPr id="75" name="Picture Placeholder 60" descr="Coffee Bean Icon">
            <a:extLst>
              <a:ext uri="{FF2B5EF4-FFF2-40B4-BE49-F238E27FC236}">
                <a16:creationId xmlns:a16="http://schemas.microsoft.com/office/drawing/2014/main" id="{6E18963B-C6D6-20C6-044E-E2D243FAE69C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8" r="628"/>
          <a:stretch/>
        </p:blipFill>
        <p:spPr>
          <a:xfrm>
            <a:off x="5056945" y="2378075"/>
            <a:ext cx="274320" cy="347472"/>
          </a:xfrm>
        </p:spPr>
      </p:pic>
      <p:pic>
        <p:nvPicPr>
          <p:cNvPr id="76" name="Picture Placeholder 60" descr="Coffee Bean Icon">
            <a:extLst>
              <a:ext uri="{FF2B5EF4-FFF2-40B4-BE49-F238E27FC236}">
                <a16:creationId xmlns:a16="http://schemas.microsoft.com/office/drawing/2014/main" id="{3CBA7FF1-5838-3C9F-0F09-82BAA96A4824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8" r="628"/>
          <a:stretch/>
        </p:blipFill>
        <p:spPr>
          <a:xfrm>
            <a:off x="5361679" y="2378075"/>
            <a:ext cx="274320" cy="347472"/>
          </a:xfrm>
        </p:spPr>
      </p:pic>
      <p:pic>
        <p:nvPicPr>
          <p:cNvPr id="220" name="Picture Placeholder 60" descr="Coffee Bean Icon">
            <a:extLst>
              <a:ext uri="{FF2B5EF4-FFF2-40B4-BE49-F238E27FC236}">
                <a16:creationId xmlns:a16="http://schemas.microsoft.com/office/drawing/2014/main" id="{91AC9CC3-E1C9-C2AA-51AC-7D1F5782D964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8" r="688"/>
          <a:stretch/>
        </p:blipFill>
        <p:spPr>
          <a:xfrm>
            <a:off x="5353930" y="3093396"/>
            <a:ext cx="274320" cy="347472"/>
          </a:xfrm>
        </p:spPr>
      </p:pic>
      <p:pic>
        <p:nvPicPr>
          <p:cNvPr id="221" name="Picture Placeholder 60" descr="Coffee Bean Icon">
            <a:extLst>
              <a:ext uri="{FF2B5EF4-FFF2-40B4-BE49-F238E27FC236}">
                <a16:creationId xmlns:a16="http://schemas.microsoft.com/office/drawing/2014/main" id="{C80FFA4D-A266-14EB-0A9D-5AA803A3B8A8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8" r="688"/>
          <a:stretch/>
        </p:blipFill>
        <p:spPr>
          <a:xfrm>
            <a:off x="5658665" y="3093396"/>
            <a:ext cx="274320" cy="347472"/>
          </a:xfrm>
        </p:spPr>
      </p:pic>
      <p:pic>
        <p:nvPicPr>
          <p:cNvPr id="222" name="Picture Placeholder 60" descr="Coffee Bean Icon">
            <a:extLst>
              <a:ext uri="{FF2B5EF4-FFF2-40B4-BE49-F238E27FC236}">
                <a16:creationId xmlns:a16="http://schemas.microsoft.com/office/drawing/2014/main" id="{AE79DCF9-7E47-567C-03BF-56753BAAF1EB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1" r="401"/>
          <a:stretch/>
        </p:blipFill>
        <p:spPr>
          <a:xfrm>
            <a:off x="5963400" y="3093396"/>
            <a:ext cx="274320" cy="347472"/>
          </a:xfrm>
        </p:spPr>
      </p:pic>
      <p:sp>
        <p:nvSpPr>
          <p:cNvPr id="263" name="Footer Placeholder 262">
            <a:extLst>
              <a:ext uri="{FF2B5EF4-FFF2-40B4-BE49-F238E27FC236}">
                <a16:creationId xmlns:a16="http://schemas.microsoft.com/office/drawing/2014/main" id="{99FDF614-4499-2EB5-1B98-562A6F90A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</p:spPr>
        <p:txBody>
          <a:bodyPr/>
          <a:lstStyle/>
          <a:p>
            <a:r>
              <a:rPr lang="en-US" noProof="0" dirty="0"/>
              <a:t> </a:t>
            </a:r>
            <a:r>
              <a:rPr lang="en-US" noProof="0" dirty="0" err="1"/>
              <a:t>BrightCoffee</a:t>
            </a:r>
            <a:endParaRPr lang="en-US" noProof="0" dirty="0"/>
          </a:p>
        </p:txBody>
      </p:sp>
      <p:sp>
        <p:nvSpPr>
          <p:cNvPr id="264" name="Slide Number Placeholder 263">
            <a:extLst>
              <a:ext uri="{FF2B5EF4-FFF2-40B4-BE49-F238E27FC236}">
                <a16:creationId xmlns:a16="http://schemas.microsoft.com/office/drawing/2014/main" id="{DCF91154-C82D-D672-45C6-AA1B1B28B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B024515C-15D7-1EFA-3C67-4639CD92FE11}"/>
              </a:ext>
            </a:extLst>
          </p:cNvPr>
          <p:cNvGraphicFramePr>
            <a:graphicFrameLocks noGrp="1"/>
          </p:cNvGraphicFramePr>
          <p:nvPr>
            <p:ph type="tbl" sz="quarter" idx="24"/>
            <p:extLst>
              <p:ext uri="{D42A27DB-BD31-4B8C-83A1-F6EECF244321}">
                <p14:modId xmlns:p14="http://schemas.microsoft.com/office/powerpoint/2010/main" val="3103381142"/>
              </p:ext>
            </p:extLst>
          </p:nvPr>
        </p:nvGraphicFramePr>
        <p:xfrm>
          <a:off x="1058863" y="1446213"/>
          <a:ext cx="1004887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24437">
                  <a:extLst>
                    <a:ext uri="{9D8B030D-6E8A-4147-A177-3AD203B41FA5}">
                      <a16:colId xmlns:a16="http://schemas.microsoft.com/office/drawing/2014/main" val="1192017499"/>
                    </a:ext>
                  </a:extLst>
                </a:gridCol>
                <a:gridCol w="5024437">
                  <a:extLst>
                    <a:ext uri="{9D8B030D-6E8A-4147-A177-3AD203B41FA5}">
                      <a16:colId xmlns:a16="http://schemas.microsoft.com/office/drawing/2014/main" val="1583111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/>
                        <a:t>Revenue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0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06:00–08:59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/>
                        <a:t>$168,126.61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44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09:00–11:59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/>
                        <a:t>$220,162.06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180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12:00–14:59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/>
                        <a:t>$121,864.98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93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15:00–17:59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/>
                        <a:t>$122,990.16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552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18:00–20:59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dirty="0"/>
                        <a:t>$65,668.52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379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912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A1C-D751-FA32-E962-F3C609BA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Recommendations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D149-F0B7-AF42-DFEA-E68B9B8F6DB0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1400" b="1" dirty="0">
                <a:solidFill>
                  <a:schemeClr val="accent1">
                    <a:lumMod val="25000"/>
                  </a:schemeClr>
                </a:solidFill>
              </a:rPr>
              <a:t>Since 09:00–11:59 accounts for approximately 31.5% of revenue, management could consider: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Ensuring sufficient staff during this period 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Maintaining stock availability 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Promoting breakfast/coffee combinations 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Monitoring queues during peak periods </a:t>
            </a:r>
          </a:p>
          <a:p>
            <a:endParaRPr lang="en-ZA" sz="1400" b="1" dirty="0">
              <a:solidFill>
                <a:schemeClr val="accent1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ZA" sz="1400" b="1" dirty="0">
                <a:solidFill>
                  <a:schemeClr val="accent1">
                    <a:lumMod val="25000"/>
                  </a:schemeClr>
                </a:solidFill>
              </a:rPr>
              <a:t>Coffee and Tea contribute approximately 66.7% of total revenue. Therefore: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Monitor inventory carefully 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Avoid stock-outs 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Consider complementary product promotions </a:t>
            </a:r>
          </a:p>
          <a:p>
            <a:pPr lvl="0"/>
            <a:r>
              <a:rPr lang="en-ZA" sz="1400" dirty="0">
                <a:solidFill>
                  <a:schemeClr val="accent1">
                    <a:lumMod val="25000"/>
                  </a:schemeClr>
                </a:solidFill>
              </a:rPr>
              <a:t>Analyse which Coffee/Tea products have the strongest margins if cost data becomes available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60350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1717D3-45FB-3FDC-814D-A973FB0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08" y="368658"/>
            <a:ext cx="6228732" cy="830221"/>
          </a:xfrm>
        </p:spPr>
        <p:txBody>
          <a:bodyPr/>
          <a:lstStyle/>
          <a:p>
            <a:r>
              <a:rPr lang="en-US" dirty="0"/>
              <a:t>Final 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BEF13-579A-BF62-19B4-1C51DB8BD4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9779" y="2098016"/>
            <a:ext cx="6228732" cy="538223"/>
          </a:xfrm>
        </p:spPr>
        <p:txBody>
          <a:bodyPr/>
          <a:lstStyle/>
          <a:p>
            <a:r>
              <a:rPr lang="en-US" dirty="0"/>
              <a:t>1. Sales are growing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FCC0D4-610E-06C3-A2E3-45EC78B1168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9779" y="2784789"/>
            <a:ext cx="6228732" cy="465969"/>
          </a:xfrm>
        </p:spPr>
        <p:txBody>
          <a:bodyPr/>
          <a:lstStyle/>
          <a:p>
            <a:r>
              <a:rPr lang="en-GB" dirty="0"/>
              <a:t>Revenue increased from $81.7K in January to $166.5K in June.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A9880-2FF6-6ECE-2B65-F8BD7A9D3E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3906" y="3304022"/>
            <a:ext cx="6228732" cy="344009"/>
          </a:xfrm>
        </p:spPr>
        <p:txBody>
          <a:bodyPr/>
          <a:lstStyle/>
          <a:p>
            <a:r>
              <a:rPr lang="en-GB" dirty="0"/>
              <a:t>2. Coffee and Tea dominate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6EE153A-0231-319B-8687-B29B7EFAA4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3906" y="3725721"/>
            <a:ext cx="6228732" cy="344009"/>
          </a:xfrm>
        </p:spPr>
        <p:txBody>
          <a:bodyPr/>
          <a:lstStyle/>
          <a:p>
            <a:r>
              <a:rPr lang="en-GB" dirty="0"/>
              <a:t>Together, </a:t>
            </a:r>
            <a:r>
              <a:rPr lang="en-GB" b="1" dirty="0"/>
              <a:t>Coffee</a:t>
            </a:r>
            <a:r>
              <a:rPr lang="en-GB" dirty="0"/>
              <a:t> and </a:t>
            </a:r>
            <a:r>
              <a:rPr lang="en-GB" b="1" dirty="0"/>
              <a:t>Tea</a:t>
            </a:r>
            <a:r>
              <a:rPr lang="en-GB" dirty="0"/>
              <a:t> generated approximately 66.7% of total revenue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BE6F9F-8660-718D-3741-A7AD1CD6E61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3906" y="4073211"/>
            <a:ext cx="6228732" cy="538223"/>
          </a:xfrm>
        </p:spPr>
        <p:txBody>
          <a:bodyPr/>
          <a:lstStyle/>
          <a:p>
            <a:r>
              <a:rPr lang="en-GB" dirty="0"/>
              <a:t>3. Morning trading is critical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FFEA6F-FBF5-0C7A-39B7-954D2693D81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3906" y="4675595"/>
            <a:ext cx="6228732" cy="1154882"/>
          </a:xfrm>
        </p:spPr>
        <p:txBody>
          <a:bodyPr/>
          <a:lstStyle/>
          <a:p>
            <a:r>
              <a:rPr lang="en-GB" dirty="0"/>
              <a:t>The 09:00–11:59 period generated the highest revenue, while evening sales were considerably lower.</a:t>
            </a:r>
            <a:endParaRPr lang="en-US" dirty="0"/>
          </a:p>
        </p:txBody>
      </p:sp>
      <p:pic>
        <p:nvPicPr>
          <p:cNvPr id="27" name="Picture Placeholder 26" descr=" A close-up of a cup of coffee">
            <a:extLst>
              <a:ext uri="{FF2B5EF4-FFF2-40B4-BE49-F238E27FC236}">
                <a16:creationId xmlns:a16="http://schemas.microsoft.com/office/drawing/2014/main" id="{E0C6455A-A5B6-D5B2-863E-A6E8597AB3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6560" y="-1"/>
            <a:ext cx="4155440" cy="5243333"/>
          </a:xfrm>
        </p:spPr>
      </p:pic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73ADAD9-C8AE-7308-F14E-7EF4A1CCD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</p:spPr>
        <p:txBody>
          <a:bodyPr/>
          <a:lstStyle/>
          <a:p>
            <a:r>
              <a:rPr lang="en-US" noProof="0" dirty="0"/>
              <a:t>Fourth Coffee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8462C6F-3FE0-B7FC-EA44-514D19D4A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9D68A5-EC17-9665-9FF6-350D8F1FD871}"/>
              </a:ext>
            </a:extLst>
          </p:cNvPr>
          <p:cNvSpPr txBox="1"/>
          <p:nvPr/>
        </p:nvSpPr>
        <p:spPr>
          <a:xfrm>
            <a:off x="923906" y="1527048"/>
            <a:ext cx="565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25000"/>
                  </a:schemeClr>
                </a:solidFill>
              </a:rPr>
              <a:t>The analysis shows three major patterns:</a:t>
            </a:r>
            <a:endParaRPr lang="en-ZA" b="1" dirty="0">
              <a:solidFill>
                <a:schemeClr val="accent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683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 pile of coffee beans ">
            <a:extLst>
              <a:ext uri="{FF2B5EF4-FFF2-40B4-BE49-F238E27FC236}">
                <a16:creationId xmlns:a16="http://schemas.microsoft.com/office/drawing/2014/main" id="{AB5FDD94-2E49-4EA4-09F4-9C0C9A6F61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B2022D1-ECE0-1474-028C-B795A530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222" y="2247391"/>
            <a:ext cx="4434840" cy="76233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B48EA-A2DB-A210-928A-1FC121F355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7222" y="3258237"/>
            <a:ext cx="4434840" cy="368884"/>
          </a:xfrm>
        </p:spPr>
        <p:txBody>
          <a:bodyPr/>
          <a:lstStyle/>
          <a:p>
            <a:r>
              <a:rPr lang="en-US" dirty="0"/>
              <a:t>Contact us at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33A49E-B51D-1395-EC68-B125A03571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7222" y="3748147"/>
            <a:ext cx="4434840" cy="1454381"/>
          </a:xfrm>
        </p:spPr>
        <p:txBody>
          <a:bodyPr/>
          <a:lstStyle/>
          <a:p>
            <a:r>
              <a:rPr lang="en-US" dirty="0"/>
              <a:t>Boitumelo Tsotetsi</a:t>
            </a:r>
          </a:p>
          <a:p>
            <a:r>
              <a:rPr lang="en-US" dirty="0"/>
              <a:t>tsotetsiboitumelo1@gmail.com</a:t>
            </a:r>
          </a:p>
          <a:p>
            <a:r>
              <a:rPr lang="en-US" dirty="0"/>
              <a:t>Student nr: 2805002206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05850E-5CFC-6B9C-18D3-4C2F45AC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7028" y="1787525"/>
            <a:ext cx="3383280" cy="3383280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75A62-2EB7-0150-AB25-A003F1CE7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350" y="1618271"/>
            <a:ext cx="3450635" cy="327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20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60">
      <a:dk1>
        <a:srgbClr val="000000"/>
      </a:dk1>
      <a:lt1>
        <a:srgbClr val="FFFFFF"/>
      </a:lt1>
      <a:dk2>
        <a:srgbClr val="E2D4C0"/>
      </a:dk2>
      <a:lt2>
        <a:srgbClr val="E6E6E6"/>
      </a:lt2>
      <a:accent1>
        <a:srgbClr val="E2CBB9"/>
      </a:accent1>
      <a:accent2>
        <a:srgbClr val="843F00"/>
      </a:accent2>
      <a:accent3>
        <a:srgbClr val="562F08"/>
      </a:accent3>
      <a:accent4>
        <a:srgbClr val="91CF50"/>
      </a:accent4>
      <a:accent5>
        <a:srgbClr val="2B9C4F"/>
      </a:accent5>
      <a:accent6>
        <a:srgbClr val="0B7149"/>
      </a:accent6>
      <a:hlink>
        <a:srgbClr val="FFF8F9"/>
      </a:hlink>
      <a:folHlink>
        <a:srgbClr val="2B6ACD"/>
      </a:folHlink>
    </a:clrScheme>
    <a:fontScheme name="Custom 7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01884_Win32_SL_v5" id="{7AFE633C-0110-4F77-84ED-A8BF8EBFD362}" vid="{80EE89D2-E5CC-48AF-BB35-D1580B918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BDD14FD-BC23-4945-A0FC-5BDE75B3D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AE634-DEC4-4395-A997-0E4563AFF1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510185-06BE-4162-BEE1-5DC8B9C9C1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Coffee Shop Business Pitch Deck</Template>
  <TotalTime>1845</TotalTime>
  <Words>372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Lato</vt:lpstr>
      <vt:lpstr>Lato Black</vt:lpstr>
      <vt:lpstr>Custom</vt:lpstr>
      <vt:lpstr>Bright Coffee Shop: Sales &amp; Business Performance Analysis</vt:lpstr>
      <vt:lpstr>Business</vt:lpstr>
      <vt:lpstr>Key areas investigated</vt:lpstr>
      <vt:lpstr>Executive Summary </vt:lpstr>
      <vt:lpstr>Monthly Revenue Trend</vt:lpstr>
      <vt:lpstr>Revenue model</vt:lpstr>
      <vt:lpstr>Gourmet coffee beans</vt:lpstr>
      <vt:lpstr>Product Category Performance </vt:lpstr>
      <vt:lpstr>Sales by Time of Day</vt:lpstr>
      <vt:lpstr>Business Recommendations</vt:lpstr>
      <vt:lpstr>Final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Tsotetsi</dc:creator>
  <cp:lastModifiedBy>Caroline Tsotetsi</cp:lastModifiedBy>
  <cp:revision>1</cp:revision>
  <dcterms:created xsi:type="dcterms:W3CDTF">2026-09-26T10:47:53Z</dcterms:created>
  <dcterms:modified xsi:type="dcterms:W3CDTF">2026-09-29T20:05:56Z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